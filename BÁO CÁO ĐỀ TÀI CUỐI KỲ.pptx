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308" r:id="rId14"/>
    <p:sldId id="309" r:id="rId15"/>
    <p:sldId id="265" r:id="rId16"/>
    <p:sldId id="307" r:id="rId17"/>
    <p:sldId id="266" r:id="rId18"/>
    <p:sldId id="267" r:id="rId19"/>
    <p:sldId id="268" r:id="rId20"/>
    <p:sldId id="269" r:id="rId21"/>
    <p:sldId id="270" r:id="rId22"/>
    <p:sldId id="272" r:id="rId23"/>
    <p:sldId id="275" r:id="rId24"/>
    <p:sldId id="278" r:id="rId25"/>
    <p:sldId id="284" r:id="rId26"/>
    <p:sldId id="304" r:id="rId27"/>
    <p:sldId id="289" r:id="rId28"/>
    <p:sldId id="288" r:id="rId29"/>
    <p:sldId id="291" r:id="rId30"/>
    <p:sldId id="290" r:id="rId31"/>
    <p:sldId id="292" r:id="rId32"/>
    <p:sldId id="293" r:id="rId33"/>
    <p:sldId id="294" r:id="rId34"/>
    <p:sldId id="295" r:id="rId35"/>
    <p:sldId id="296" r:id="rId36"/>
    <p:sldId id="297" r:id="rId37"/>
    <p:sldId id="298" r:id="rId38"/>
    <p:sldId id="299" r:id="rId39"/>
    <p:sldId id="300" r:id="rId40"/>
    <p:sldId id="301" r:id="rId41"/>
    <p:sldId id="302" r:id="rId42"/>
    <p:sldId id="311" r:id="rId43"/>
    <p:sldId id="310" r:id="rId44"/>
    <p:sldId id="312"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C8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104" d="100"/>
          <a:sy n="104" d="100"/>
        </p:scale>
        <p:origin x="144" y="4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87BA56-AA79-4C6F-B69B-B3AE1ED3D6F9}"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C80F5A3D-771D-481C-83CF-1686214D1AAE}">
      <dgm:prSet/>
      <dgm:spPr/>
      <dgm:t>
        <a:bodyPr/>
        <a:lstStyle/>
        <a:p>
          <a:r>
            <a:rPr lang="vi-VN"/>
            <a:t>Tổ 1: Tổ đảm nhận việc đặt hàng của khách hàng dựa trên yêu cầu mua sản phẩm của khách hàng đối với cửa hàng cũng như đảm nhận việc nhập hàng về kho cho cửa hàng. Tổ này sử dụng một máy tính nhỏ, trên đó hoạt động theo một chương trình được cài đặt là hệ Đặt Hàng, trợ giúp các việc lập hóa đơn các thông tin về khách hàng cũng như sản phẩm và theo dõi sự hoàn tất trong quá trình giao dịch của đơn hàng.</a:t>
          </a:r>
          <a:endParaRPr lang="en-US"/>
        </a:p>
      </dgm:t>
    </dgm:pt>
    <dgm:pt modelId="{B13C7CC3-0B74-47EA-B330-FD673A7EB4E4}" type="parTrans" cxnId="{CFF57167-ADDE-43A7-A765-C4C8FE84C53F}">
      <dgm:prSet/>
      <dgm:spPr/>
      <dgm:t>
        <a:bodyPr/>
        <a:lstStyle/>
        <a:p>
          <a:endParaRPr lang="en-US"/>
        </a:p>
      </dgm:t>
    </dgm:pt>
    <dgm:pt modelId="{4B02B038-3DFA-477A-8BA7-8A212820BD47}" type="sibTrans" cxnId="{CFF57167-ADDE-43A7-A765-C4C8FE84C53F}">
      <dgm:prSet/>
      <dgm:spPr/>
      <dgm:t>
        <a:bodyPr/>
        <a:lstStyle/>
        <a:p>
          <a:endParaRPr lang="en-US"/>
        </a:p>
      </dgm:t>
    </dgm:pt>
    <dgm:pt modelId="{50476C37-0621-4429-94F8-973B9952EB35}">
      <dgm:prSet/>
      <dgm:spPr/>
      <dgm:t>
        <a:bodyPr/>
        <a:lstStyle/>
        <a:p>
          <a:r>
            <a:rPr lang="vi-VN"/>
            <a:t>Tổ 2: Tổ đảm nhận việc ghi nhận hàng về kho và cung cấp sản phẩm cho khách hàng. Tổ này cũng có 1 máy tính nhỏ, trên đó có 1 hệ chương trình hệ Nhận Phát Hàng trợ giúp các việc ghi nhận hàng về kho và làm thủ tục cung cấp sản phẩm cho khách hàng.</a:t>
          </a:r>
          <a:endParaRPr lang="en-US"/>
        </a:p>
      </dgm:t>
    </dgm:pt>
    <dgm:pt modelId="{FE2E088D-54FF-40CD-9002-FACD9851AD72}" type="parTrans" cxnId="{0CC5A2B3-7BAE-4E80-862B-08F5960094BC}">
      <dgm:prSet/>
      <dgm:spPr/>
      <dgm:t>
        <a:bodyPr/>
        <a:lstStyle/>
        <a:p>
          <a:endParaRPr lang="en-US"/>
        </a:p>
      </dgm:t>
    </dgm:pt>
    <dgm:pt modelId="{08859E3D-7E4D-48E4-BDC0-DC4D2231E741}" type="sibTrans" cxnId="{0CC5A2B3-7BAE-4E80-862B-08F5960094BC}">
      <dgm:prSet/>
      <dgm:spPr/>
      <dgm:t>
        <a:bodyPr/>
        <a:lstStyle/>
        <a:p>
          <a:endParaRPr lang="en-US"/>
        </a:p>
      </dgm:t>
    </dgm:pt>
    <dgm:pt modelId="{F85ECC1E-455A-454B-B3A3-448E73D64A84}" type="pres">
      <dgm:prSet presAssocID="{C387BA56-AA79-4C6F-B69B-B3AE1ED3D6F9}" presName="hierChild1" presStyleCnt="0">
        <dgm:presLayoutVars>
          <dgm:chPref val="1"/>
          <dgm:dir/>
          <dgm:animOne val="branch"/>
          <dgm:animLvl val="lvl"/>
          <dgm:resizeHandles/>
        </dgm:presLayoutVars>
      </dgm:prSet>
      <dgm:spPr/>
    </dgm:pt>
    <dgm:pt modelId="{D6D1E039-C2D6-4255-B291-419657023931}" type="pres">
      <dgm:prSet presAssocID="{C80F5A3D-771D-481C-83CF-1686214D1AAE}" presName="hierRoot1" presStyleCnt="0"/>
      <dgm:spPr/>
    </dgm:pt>
    <dgm:pt modelId="{A56F52AD-061D-4E01-A50A-C72BDDE2F1C9}" type="pres">
      <dgm:prSet presAssocID="{C80F5A3D-771D-481C-83CF-1686214D1AAE}" presName="composite" presStyleCnt="0"/>
      <dgm:spPr/>
    </dgm:pt>
    <dgm:pt modelId="{07567BAE-4164-4C41-B3CC-D1DA6E2D7F71}" type="pres">
      <dgm:prSet presAssocID="{C80F5A3D-771D-481C-83CF-1686214D1AAE}" presName="background" presStyleLbl="node0" presStyleIdx="0" presStyleCnt="2"/>
      <dgm:spPr/>
    </dgm:pt>
    <dgm:pt modelId="{CF3CB309-860E-43CE-ABC1-509456302C75}" type="pres">
      <dgm:prSet presAssocID="{C80F5A3D-771D-481C-83CF-1686214D1AAE}" presName="text" presStyleLbl="fgAcc0" presStyleIdx="0" presStyleCnt="2">
        <dgm:presLayoutVars>
          <dgm:chPref val="3"/>
        </dgm:presLayoutVars>
      </dgm:prSet>
      <dgm:spPr/>
    </dgm:pt>
    <dgm:pt modelId="{EE77EE4D-E9F8-4989-B764-9CC211081C04}" type="pres">
      <dgm:prSet presAssocID="{C80F5A3D-771D-481C-83CF-1686214D1AAE}" presName="hierChild2" presStyleCnt="0"/>
      <dgm:spPr/>
    </dgm:pt>
    <dgm:pt modelId="{5D196A52-A424-4FF4-A5BC-31EEBB644ED5}" type="pres">
      <dgm:prSet presAssocID="{50476C37-0621-4429-94F8-973B9952EB35}" presName="hierRoot1" presStyleCnt="0"/>
      <dgm:spPr/>
    </dgm:pt>
    <dgm:pt modelId="{5825CD0C-39F9-4F87-A7E6-13BCCC5CA079}" type="pres">
      <dgm:prSet presAssocID="{50476C37-0621-4429-94F8-973B9952EB35}" presName="composite" presStyleCnt="0"/>
      <dgm:spPr/>
    </dgm:pt>
    <dgm:pt modelId="{B5DD4E53-B33F-4353-B6FC-7495A27635D2}" type="pres">
      <dgm:prSet presAssocID="{50476C37-0621-4429-94F8-973B9952EB35}" presName="background" presStyleLbl="node0" presStyleIdx="1" presStyleCnt="2"/>
      <dgm:spPr/>
    </dgm:pt>
    <dgm:pt modelId="{C2E08A81-6805-474D-BCC2-F1CC4FCCC3CE}" type="pres">
      <dgm:prSet presAssocID="{50476C37-0621-4429-94F8-973B9952EB35}" presName="text" presStyleLbl="fgAcc0" presStyleIdx="1" presStyleCnt="2">
        <dgm:presLayoutVars>
          <dgm:chPref val="3"/>
        </dgm:presLayoutVars>
      </dgm:prSet>
      <dgm:spPr/>
    </dgm:pt>
    <dgm:pt modelId="{D0FEEBDE-3431-477E-BD1A-48B06B5FB90F}" type="pres">
      <dgm:prSet presAssocID="{50476C37-0621-4429-94F8-973B9952EB35}" presName="hierChild2" presStyleCnt="0"/>
      <dgm:spPr/>
    </dgm:pt>
  </dgm:ptLst>
  <dgm:cxnLst>
    <dgm:cxn modelId="{9A03B627-FD2C-41BD-8A14-D1FFBE02DF89}" type="presOf" srcId="{C80F5A3D-771D-481C-83CF-1686214D1AAE}" destId="{CF3CB309-860E-43CE-ABC1-509456302C75}" srcOrd="0" destOrd="0" presId="urn:microsoft.com/office/officeart/2005/8/layout/hierarchy1"/>
    <dgm:cxn modelId="{CFF57167-ADDE-43A7-A765-C4C8FE84C53F}" srcId="{C387BA56-AA79-4C6F-B69B-B3AE1ED3D6F9}" destId="{C80F5A3D-771D-481C-83CF-1686214D1AAE}" srcOrd="0" destOrd="0" parTransId="{B13C7CC3-0B74-47EA-B330-FD673A7EB4E4}" sibTransId="{4B02B038-3DFA-477A-8BA7-8A212820BD47}"/>
    <dgm:cxn modelId="{0CC5A2B3-7BAE-4E80-862B-08F5960094BC}" srcId="{C387BA56-AA79-4C6F-B69B-B3AE1ED3D6F9}" destId="{50476C37-0621-4429-94F8-973B9952EB35}" srcOrd="1" destOrd="0" parTransId="{FE2E088D-54FF-40CD-9002-FACD9851AD72}" sibTransId="{08859E3D-7E4D-48E4-BDC0-DC4D2231E741}"/>
    <dgm:cxn modelId="{29F564BB-6605-494E-AB69-BB01F64AA225}" type="presOf" srcId="{C387BA56-AA79-4C6F-B69B-B3AE1ED3D6F9}" destId="{F85ECC1E-455A-454B-B3A3-448E73D64A84}" srcOrd="0" destOrd="0" presId="urn:microsoft.com/office/officeart/2005/8/layout/hierarchy1"/>
    <dgm:cxn modelId="{7B4F50D0-44F1-48E4-89D3-2D49AB5E624D}" type="presOf" srcId="{50476C37-0621-4429-94F8-973B9952EB35}" destId="{C2E08A81-6805-474D-BCC2-F1CC4FCCC3CE}" srcOrd="0" destOrd="0" presId="urn:microsoft.com/office/officeart/2005/8/layout/hierarchy1"/>
    <dgm:cxn modelId="{8E10CA91-5F65-478C-8477-AD21BE122481}" type="presParOf" srcId="{F85ECC1E-455A-454B-B3A3-448E73D64A84}" destId="{D6D1E039-C2D6-4255-B291-419657023931}" srcOrd="0" destOrd="0" presId="urn:microsoft.com/office/officeart/2005/8/layout/hierarchy1"/>
    <dgm:cxn modelId="{857332B5-86C9-4C31-B50F-D5A8DC813321}" type="presParOf" srcId="{D6D1E039-C2D6-4255-B291-419657023931}" destId="{A56F52AD-061D-4E01-A50A-C72BDDE2F1C9}" srcOrd="0" destOrd="0" presId="urn:microsoft.com/office/officeart/2005/8/layout/hierarchy1"/>
    <dgm:cxn modelId="{03DD9587-6EA2-49FD-B55A-230BB540279E}" type="presParOf" srcId="{A56F52AD-061D-4E01-A50A-C72BDDE2F1C9}" destId="{07567BAE-4164-4C41-B3CC-D1DA6E2D7F71}" srcOrd="0" destOrd="0" presId="urn:microsoft.com/office/officeart/2005/8/layout/hierarchy1"/>
    <dgm:cxn modelId="{8DFFA4F4-B61E-46C0-9103-0A8E40C8A186}" type="presParOf" srcId="{A56F52AD-061D-4E01-A50A-C72BDDE2F1C9}" destId="{CF3CB309-860E-43CE-ABC1-509456302C75}" srcOrd="1" destOrd="0" presId="urn:microsoft.com/office/officeart/2005/8/layout/hierarchy1"/>
    <dgm:cxn modelId="{0A0912FF-4FC0-4B95-8922-AFE218B1B7F5}" type="presParOf" srcId="{D6D1E039-C2D6-4255-B291-419657023931}" destId="{EE77EE4D-E9F8-4989-B764-9CC211081C04}" srcOrd="1" destOrd="0" presId="urn:microsoft.com/office/officeart/2005/8/layout/hierarchy1"/>
    <dgm:cxn modelId="{6D1C6B8B-8DAF-4110-8F6F-947B8C03BE2D}" type="presParOf" srcId="{F85ECC1E-455A-454B-B3A3-448E73D64A84}" destId="{5D196A52-A424-4FF4-A5BC-31EEBB644ED5}" srcOrd="1" destOrd="0" presId="urn:microsoft.com/office/officeart/2005/8/layout/hierarchy1"/>
    <dgm:cxn modelId="{67720307-28E6-40E3-B45E-76EF543CE1E9}" type="presParOf" srcId="{5D196A52-A424-4FF4-A5BC-31EEBB644ED5}" destId="{5825CD0C-39F9-4F87-A7E6-13BCCC5CA079}" srcOrd="0" destOrd="0" presId="urn:microsoft.com/office/officeart/2005/8/layout/hierarchy1"/>
    <dgm:cxn modelId="{ED32C8D3-503F-4DAD-8B7D-91302AB303B8}" type="presParOf" srcId="{5825CD0C-39F9-4F87-A7E6-13BCCC5CA079}" destId="{B5DD4E53-B33F-4353-B6FC-7495A27635D2}" srcOrd="0" destOrd="0" presId="urn:microsoft.com/office/officeart/2005/8/layout/hierarchy1"/>
    <dgm:cxn modelId="{14766B4F-3628-45BA-B233-C499E36D003A}" type="presParOf" srcId="{5825CD0C-39F9-4F87-A7E6-13BCCC5CA079}" destId="{C2E08A81-6805-474D-BCC2-F1CC4FCCC3CE}" srcOrd="1" destOrd="0" presId="urn:microsoft.com/office/officeart/2005/8/layout/hierarchy1"/>
    <dgm:cxn modelId="{EFCFD4A5-BE9C-448E-B76D-60760FD8E451}" type="presParOf" srcId="{5D196A52-A424-4FF4-A5BC-31EEBB644ED5}" destId="{D0FEEBDE-3431-477E-BD1A-48B06B5FB90F}"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CDBE6BD-A22D-4C36-8E39-5152CB52B11E}"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9F77C511-D273-40FB-9FB9-CAD41101C9AA}">
      <dgm:prSet/>
      <dgm:spPr/>
      <dgm:t>
        <a:bodyPr/>
        <a:lstStyle/>
        <a:p>
          <a:r>
            <a:rPr lang="en-US" dirty="0">
              <a:solidFill>
                <a:schemeClr val="bg1"/>
              </a:solidFill>
            </a:rPr>
            <a:t>1.Quản </a:t>
          </a:r>
          <a:r>
            <a:rPr lang="en-US" dirty="0" err="1">
              <a:solidFill>
                <a:schemeClr val="bg1"/>
              </a:solidFill>
            </a:rPr>
            <a:t>lí</a:t>
          </a:r>
          <a:r>
            <a:rPr lang="en-US" dirty="0">
              <a:solidFill>
                <a:schemeClr val="bg1"/>
              </a:solidFill>
            </a:rPr>
            <a:t> </a:t>
          </a:r>
          <a:r>
            <a:rPr lang="en-US" dirty="0" err="1">
              <a:solidFill>
                <a:schemeClr val="bg1"/>
              </a:solidFill>
            </a:rPr>
            <a:t>sẽ</a:t>
          </a:r>
          <a:r>
            <a:rPr lang="en-US" dirty="0">
              <a:solidFill>
                <a:schemeClr val="bg1"/>
              </a:solidFill>
            </a:rPr>
            <a:t> </a:t>
          </a:r>
          <a:r>
            <a:rPr lang="en-US" dirty="0" err="1">
              <a:solidFill>
                <a:schemeClr val="bg1"/>
              </a:solidFill>
            </a:rPr>
            <a:t>kiểm</a:t>
          </a:r>
          <a:r>
            <a:rPr lang="en-US" dirty="0">
              <a:solidFill>
                <a:schemeClr val="bg1"/>
              </a:solidFill>
            </a:rPr>
            <a:t> </a:t>
          </a:r>
          <a:r>
            <a:rPr lang="en-US" dirty="0" err="1">
              <a:solidFill>
                <a:schemeClr val="bg1"/>
              </a:solidFill>
            </a:rPr>
            <a:t>tra</a:t>
          </a:r>
          <a:r>
            <a:rPr lang="en-US" dirty="0">
              <a:solidFill>
                <a:schemeClr val="bg1"/>
              </a:solidFill>
            </a:rPr>
            <a:t> </a:t>
          </a:r>
          <a:r>
            <a:rPr lang="en-US" dirty="0" err="1">
              <a:solidFill>
                <a:schemeClr val="bg1"/>
              </a:solidFill>
            </a:rPr>
            <a:t>đơn</a:t>
          </a:r>
          <a:r>
            <a:rPr lang="en-US" dirty="0">
              <a:solidFill>
                <a:schemeClr val="bg1"/>
              </a:solidFill>
            </a:rPr>
            <a:t> </a:t>
          </a:r>
          <a:r>
            <a:rPr lang="en-US" dirty="0" err="1">
              <a:solidFill>
                <a:schemeClr val="bg1"/>
              </a:solidFill>
            </a:rPr>
            <a:t>hàng</a:t>
          </a:r>
          <a:r>
            <a:rPr lang="en-US" dirty="0">
              <a:solidFill>
                <a:schemeClr val="bg1"/>
              </a:solidFill>
            </a:rPr>
            <a:t> </a:t>
          </a:r>
          <a:r>
            <a:rPr lang="en-US" dirty="0" err="1">
              <a:solidFill>
                <a:schemeClr val="bg1"/>
              </a:solidFill>
            </a:rPr>
            <a:t>xem</a:t>
          </a:r>
          <a:r>
            <a:rPr lang="en-US" dirty="0">
              <a:solidFill>
                <a:schemeClr val="bg1"/>
              </a:solidFill>
            </a:rPr>
            <a:t> </a:t>
          </a:r>
          <a:r>
            <a:rPr lang="en-US" dirty="0" err="1">
              <a:solidFill>
                <a:schemeClr val="bg1"/>
              </a:solidFill>
            </a:rPr>
            <a:t>có</a:t>
          </a:r>
          <a:r>
            <a:rPr lang="en-US" dirty="0">
              <a:solidFill>
                <a:schemeClr val="bg1"/>
              </a:solidFill>
            </a:rPr>
            <a:t> </a:t>
          </a:r>
          <a:r>
            <a:rPr lang="en-US" dirty="0" err="1">
              <a:solidFill>
                <a:schemeClr val="bg1"/>
              </a:solidFill>
            </a:rPr>
            <a:t>bị</a:t>
          </a:r>
          <a:r>
            <a:rPr lang="en-US" dirty="0">
              <a:solidFill>
                <a:schemeClr val="bg1"/>
              </a:solidFill>
            </a:rPr>
            <a:t> </a:t>
          </a:r>
          <a:r>
            <a:rPr lang="en-US" dirty="0" err="1">
              <a:solidFill>
                <a:schemeClr val="bg1"/>
              </a:solidFill>
            </a:rPr>
            <a:t>lỗi</a:t>
          </a:r>
          <a:r>
            <a:rPr lang="en-US" dirty="0">
              <a:solidFill>
                <a:schemeClr val="bg1"/>
              </a:solidFill>
            </a:rPr>
            <a:t> hay </a:t>
          </a:r>
          <a:r>
            <a:rPr lang="en-US" dirty="0" err="1">
              <a:solidFill>
                <a:schemeClr val="bg1"/>
              </a:solidFill>
            </a:rPr>
            <a:t>không</a:t>
          </a:r>
          <a:r>
            <a:rPr lang="en-US" dirty="0">
              <a:solidFill>
                <a:schemeClr val="bg1"/>
              </a:solidFill>
            </a:rPr>
            <a:t>, </a:t>
          </a:r>
          <a:r>
            <a:rPr lang="en-US" dirty="0" err="1">
              <a:solidFill>
                <a:schemeClr val="bg1"/>
              </a:solidFill>
            </a:rPr>
            <a:t>nếu</a:t>
          </a:r>
          <a:r>
            <a:rPr lang="en-US" dirty="0">
              <a:solidFill>
                <a:schemeClr val="bg1"/>
              </a:solidFill>
            </a:rPr>
            <a:t> </a:t>
          </a:r>
          <a:r>
            <a:rPr lang="en-US" dirty="0" err="1">
              <a:solidFill>
                <a:schemeClr val="bg1"/>
              </a:solidFill>
            </a:rPr>
            <a:t>bị</a:t>
          </a:r>
          <a:r>
            <a:rPr lang="en-US" dirty="0">
              <a:solidFill>
                <a:schemeClr val="bg1"/>
              </a:solidFill>
            </a:rPr>
            <a:t> </a:t>
          </a:r>
          <a:r>
            <a:rPr lang="en-US" dirty="0" err="1">
              <a:solidFill>
                <a:schemeClr val="bg1"/>
              </a:solidFill>
            </a:rPr>
            <a:t>lỗi</a:t>
          </a:r>
          <a:r>
            <a:rPr lang="en-US" dirty="0">
              <a:solidFill>
                <a:schemeClr val="bg1"/>
              </a:solidFill>
            </a:rPr>
            <a:t> </a:t>
          </a:r>
          <a:r>
            <a:rPr lang="en-US" dirty="0" err="1">
              <a:solidFill>
                <a:schemeClr val="bg1"/>
              </a:solidFill>
            </a:rPr>
            <a:t>sẽ</a:t>
          </a:r>
          <a:r>
            <a:rPr lang="en-US" dirty="0">
              <a:solidFill>
                <a:schemeClr val="bg1"/>
              </a:solidFill>
            </a:rPr>
            <a:t> </a:t>
          </a:r>
          <a:r>
            <a:rPr lang="en-US" dirty="0" err="1">
              <a:solidFill>
                <a:schemeClr val="bg1"/>
              </a:solidFill>
            </a:rPr>
            <a:t>bàn</a:t>
          </a:r>
          <a:r>
            <a:rPr lang="en-US" dirty="0">
              <a:solidFill>
                <a:schemeClr val="bg1"/>
              </a:solidFill>
            </a:rPr>
            <a:t> </a:t>
          </a:r>
          <a:r>
            <a:rPr lang="en-US" dirty="0" err="1">
              <a:solidFill>
                <a:schemeClr val="bg1"/>
              </a:solidFill>
            </a:rPr>
            <a:t>bạc</a:t>
          </a:r>
          <a:r>
            <a:rPr lang="en-US" dirty="0">
              <a:solidFill>
                <a:schemeClr val="bg1"/>
              </a:solidFill>
            </a:rPr>
            <a:t> </a:t>
          </a:r>
          <a:r>
            <a:rPr lang="en-US" dirty="0" err="1">
              <a:solidFill>
                <a:schemeClr val="bg1"/>
              </a:solidFill>
            </a:rPr>
            <a:t>với</a:t>
          </a:r>
          <a:r>
            <a:rPr lang="en-US" dirty="0">
              <a:solidFill>
                <a:schemeClr val="bg1"/>
              </a:solidFill>
            </a:rPr>
            <a:t> </a:t>
          </a:r>
          <a:r>
            <a:rPr lang="en-US" dirty="0" err="1">
              <a:solidFill>
                <a:schemeClr val="bg1"/>
              </a:solidFill>
            </a:rPr>
            <a:t>nhà</a:t>
          </a:r>
          <a:r>
            <a:rPr lang="en-US" dirty="0">
              <a:solidFill>
                <a:schemeClr val="bg1"/>
              </a:solidFill>
            </a:rPr>
            <a:t> </a:t>
          </a:r>
          <a:r>
            <a:rPr lang="en-US" dirty="0" err="1">
              <a:solidFill>
                <a:schemeClr val="bg1"/>
              </a:solidFill>
            </a:rPr>
            <a:t>cung</a:t>
          </a:r>
          <a:r>
            <a:rPr lang="en-US" dirty="0">
              <a:solidFill>
                <a:schemeClr val="bg1"/>
              </a:solidFill>
            </a:rPr>
            <a:t> </a:t>
          </a:r>
          <a:r>
            <a:rPr lang="en-US" dirty="0" err="1">
              <a:solidFill>
                <a:schemeClr val="bg1"/>
              </a:solidFill>
            </a:rPr>
            <a:t>cấp</a:t>
          </a:r>
          <a:r>
            <a:rPr lang="en-US" dirty="0">
              <a:solidFill>
                <a:schemeClr val="bg1"/>
              </a:solidFill>
            </a:rPr>
            <a:t> </a:t>
          </a:r>
          <a:r>
            <a:rPr lang="en-US" dirty="0" err="1">
              <a:solidFill>
                <a:schemeClr val="bg1"/>
              </a:solidFill>
            </a:rPr>
            <a:t>để</a:t>
          </a:r>
          <a:r>
            <a:rPr lang="en-US" dirty="0">
              <a:solidFill>
                <a:schemeClr val="bg1"/>
              </a:solidFill>
            </a:rPr>
            <a:t> </a:t>
          </a:r>
          <a:r>
            <a:rPr lang="en-US" dirty="0" err="1">
              <a:solidFill>
                <a:schemeClr val="bg1"/>
              </a:solidFill>
            </a:rPr>
            <a:t>giải</a:t>
          </a:r>
          <a:r>
            <a:rPr lang="en-US" dirty="0">
              <a:solidFill>
                <a:schemeClr val="bg1"/>
              </a:solidFill>
            </a:rPr>
            <a:t> </a:t>
          </a:r>
          <a:r>
            <a:rPr lang="en-US" dirty="0" err="1">
              <a:solidFill>
                <a:schemeClr val="bg1"/>
              </a:solidFill>
            </a:rPr>
            <a:t>quyết</a:t>
          </a:r>
          <a:r>
            <a:rPr lang="en-US" dirty="0">
              <a:solidFill>
                <a:schemeClr val="bg1"/>
              </a:solidFill>
            </a:rPr>
            <a:t> </a:t>
          </a:r>
          <a:r>
            <a:rPr lang="en-US" dirty="0" err="1">
              <a:solidFill>
                <a:schemeClr val="bg1"/>
              </a:solidFill>
            </a:rPr>
            <a:t>vấn</a:t>
          </a:r>
          <a:r>
            <a:rPr lang="en-US" dirty="0">
              <a:solidFill>
                <a:schemeClr val="bg1"/>
              </a:solidFill>
            </a:rPr>
            <a:t> </a:t>
          </a:r>
          <a:r>
            <a:rPr lang="en-US" dirty="0" err="1">
              <a:solidFill>
                <a:schemeClr val="bg1"/>
              </a:solidFill>
            </a:rPr>
            <a:t>đề</a:t>
          </a:r>
          <a:r>
            <a:rPr lang="en-US" dirty="0">
              <a:solidFill>
                <a:schemeClr val="bg1"/>
              </a:solidFill>
            </a:rPr>
            <a:t>.</a:t>
          </a:r>
        </a:p>
      </dgm:t>
    </dgm:pt>
    <dgm:pt modelId="{09EC75DD-C62F-4D88-99EF-D50D97831527}" type="parTrans" cxnId="{BE54CC8D-BBDB-4704-B80B-8AFB62025C7A}">
      <dgm:prSet/>
      <dgm:spPr/>
      <dgm:t>
        <a:bodyPr/>
        <a:lstStyle/>
        <a:p>
          <a:endParaRPr lang="en-US"/>
        </a:p>
      </dgm:t>
    </dgm:pt>
    <dgm:pt modelId="{226743F3-84B6-43BD-A1C2-3B80459AA5EB}" type="sibTrans" cxnId="{BE54CC8D-BBDB-4704-B80B-8AFB62025C7A}">
      <dgm:prSet/>
      <dgm:spPr/>
      <dgm:t>
        <a:bodyPr/>
        <a:lstStyle/>
        <a:p>
          <a:endParaRPr lang="en-US"/>
        </a:p>
      </dgm:t>
    </dgm:pt>
    <dgm:pt modelId="{8F70A314-9AD8-4C66-90CF-CCFB5F33DC51}">
      <dgm:prSet/>
      <dgm:spPr/>
      <dgm:t>
        <a:bodyPr/>
        <a:lstStyle/>
        <a:p>
          <a:r>
            <a:rPr lang="en-US" dirty="0">
              <a:solidFill>
                <a:schemeClr val="bg1"/>
              </a:solidFill>
            </a:rPr>
            <a:t>2.Nếu </a:t>
          </a:r>
          <a:r>
            <a:rPr lang="en-US" dirty="0" err="1">
              <a:solidFill>
                <a:schemeClr val="bg1"/>
              </a:solidFill>
            </a:rPr>
            <a:t>đơn</a:t>
          </a:r>
          <a:r>
            <a:rPr lang="en-US" dirty="0">
              <a:solidFill>
                <a:schemeClr val="bg1"/>
              </a:solidFill>
            </a:rPr>
            <a:t> </a:t>
          </a:r>
          <a:r>
            <a:rPr lang="en-US" dirty="0" err="1">
              <a:solidFill>
                <a:schemeClr val="bg1"/>
              </a:solidFill>
            </a:rPr>
            <a:t>hàng</a:t>
          </a:r>
          <a:r>
            <a:rPr lang="en-US" dirty="0">
              <a:solidFill>
                <a:schemeClr val="bg1"/>
              </a:solidFill>
            </a:rPr>
            <a:t> </a:t>
          </a:r>
          <a:r>
            <a:rPr lang="en-US" dirty="0" err="1">
              <a:solidFill>
                <a:schemeClr val="bg1"/>
              </a:solidFill>
            </a:rPr>
            <a:t>không</a:t>
          </a:r>
          <a:r>
            <a:rPr lang="en-US" dirty="0">
              <a:solidFill>
                <a:schemeClr val="bg1"/>
              </a:solidFill>
            </a:rPr>
            <a:t> </a:t>
          </a:r>
          <a:r>
            <a:rPr lang="en-US" dirty="0" err="1">
              <a:solidFill>
                <a:schemeClr val="bg1"/>
              </a:solidFill>
            </a:rPr>
            <a:t>bị</a:t>
          </a:r>
          <a:r>
            <a:rPr lang="en-US" dirty="0">
              <a:solidFill>
                <a:schemeClr val="bg1"/>
              </a:solidFill>
            </a:rPr>
            <a:t> </a:t>
          </a:r>
          <a:r>
            <a:rPr lang="en-US" dirty="0" err="1">
              <a:solidFill>
                <a:schemeClr val="bg1"/>
              </a:solidFill>
            </a:rPr>
            <a:t>lỗi</a:t>
          </a:r>
          <a:r>
            <a:rPr lang="en-US" dirty="0">
              <a:solidFill>
                <a:schemeClr val="bg1"/>
              </a:solidFill>
            </a:rPr>
            <a:t> </a:t>
          </a:r>
          <a:r>
            <a:rPr lang="en-US" dirty="0" err="1">
              <a:solidFill>
                <a:schemeClr val="bg1"/>
              </a:solidFill>
            </a:rPr>
            <a:t>thì</a:t>
          </a:r>
          <a:r>
            <a:rPr lang="en-US" dirty="0">
              <a:solidFill>
                <a:schemeClr val="bg1"/>
              </a:solidFill>
            </a:rPr>
            <a:t> </a:t>
          </a:r>
          <a:r>
            <a:rPr lang="en-US" dirty="0" err="1">
              <a:solidFill>
                <a:schemeClr val="bg1"/>
              </a:solidFill>
            </a:rPr>
            <a:t>Quản</a:t>
          </a:r>
          <a:r>
            <a:rPr lang="en-US" dirty="0">
              <a:solidFill>
                <a:schemeClr val="bg1"/>
              </a:solidFill>
            </a:rPr>
            <a:t> </a:t>
          </a:r>
          <a:r>
            <a:rPr lang="en-US" dirty="0" err="1">
              <a:solidFill>
                <a:schemeClr val="bg1"/>
              </a:solidFill>
            </a:rPr>
            <a:t>lí</a:t>
          </a:r>
          <a:r>
            <a:rPr lang="en-US" dirty="0">
              <a:solidFill>
                <a:schemeClr val="bg1"/>
              </a:solidFill>
            </a:rPr>
            <a:t> </a:t>
          </a:r>
          <a:r>
            <a:rPr lang="en-US" dirty="0" err="1">
              <a:solidFill>
                <a:schemeClr val="bg1"/>
              </a:solidFill>
            </a:rPr>
            <a:t>tiến</a:t>
          </a:r>
          <a:r>
            <a:rPr lang="en-US" dirty="0">
              <a:solidFill>
                <a:schemeClr val="bg1"/>
              </a:solidFill>
            </a:rPr>
            <a:t> </a:t>
          </a:r>
          <a:r>
            <a:rPr lang="en-US" dirty="0" err="1">
              <a:solidFill>
                <a:schemeClr val="bg1"/>
              </a:solidFill>
            </a:rPr>
            <a:t>hành</a:t>
          </a:r>
          <a:r>
            <a:rPr lang="en-US" dirty="0">
              <a:solidFill>
                <a:schemeClr val="bg1"/>
              </a:solidFill>
            </a:rPr>
            <a:t> </a:t>
          </a:r>
          <a:r>
            <a:rPr lang="en-US" dirty="0" err="1">
              <a:solidFill>
                <a:schemeClr val="bg1"/>
              </a:solidFill>
            </a:rPr>
            <a:t>nhận</a:t>
          </a:r>
          <a:r>
            <a:rPr lang="en-US" dirty="0">
              <a:solidFill>
                <a:schemeClr val="bg1"/>
              </a:solidFill>
            </a:rPr>
            <a:t> </a:t>
          </a:r>
          <a:r>
            <a:rPr lang="en-US" dirty="0" err="1">
              <a:solidFill>
                <a:schemeClr val="bg1"/>
              </a:solidFill>
            </a:rPr>
            <a:t>đơn</a:t>
          </a:r>
          <a:r>
            <a:rPr lang="en-US" dirty="0">
              <a:solidFill>
                <a:schemeClr val="bg1"/>
              </a:solidFill>
            </a:rPr>
            <a:t> </a:t>
          </a:r>
          <a:r>
            <a:rPr lang="en-US" dirty="0" err="1">
              <a:solidFill>
                <a:schemeClr val="bg1"/>
              </a:solidFill>
            </a:rPr>
            <a:t>hàng</a:t>
          </a:r>
          <a:r>
            <a:rPr lang="en-US" dirty="0">
              <a:solidFill>
                <a:schemeClr val="bg1"/>
              </a:solidFill>
            </a:rPr>
            <a:t>, </a:t>
          </a:r>
          <a:r>
            <a:rPr lang="en-US" dirty="0" err="1">
              <a:solidFill>
                <a:schemeClr val="bg1"/>
              </a:solidFill>
            </a:rPr>
            <a:t>lập</a:t>
          </a:r>
          <a:r>
            <a:rPr lang="en-US" dirty="0">
              <a:solidFill>
                <a:schemeClr val="bg1"/>
              </a:solidFill>
            </a:rPr>
            <a:t> </a:t>
          </a:r>
          <a:r>
            <a:rPr lang="en-US" dirty="0" err="1">
              <a:solidFill>
                <a:schemeClr val="bg1"/>
              </a:solidFill>
            </a:rPr>
            <a:t>phiếu</a:t>
          </a:r>
          <a:r>
            <a:rPr lang="en-US" dirty="0">
              <a:solidFill>
                <a:schemeClr val="bg1"/>
              </a:solidFill>
            </a:rPr>
            <a:t> </a:t>
          </a:r>
          <a:r>
            <a:rPr lang="en-US" dirty="0" err="1">
              <a:solidFill>
                <a:schemeClr val="bg1"/>
              </a:solidFill>
            </a:rPr>
            <a:t>nhập</a:t>
          </a:r>
          <a:r>
            <a:rPr lang="en-US" dirty="0">
              <a:solidFill>
                <a:schemeClr val="bg1"/>
              </a:solidFill>
            </a:rPr>
            <a:t> </a:t>
          </a:r>
          <a:r>
            <a:rPr lang="en-US" dirty="0" err="1">
              <a:solidFill>
                <a:schemeClr val="bg1"/>
              </a:solidFill>
            </a:rPr>
            <a:t>hàng</a:t>
          </a:r>
          <a:r>
            <a:rPr lang="en-US" dirty="0">
              <a:solidFill>
                <a:schemeClr val="bg1"/>
              </a:solidFill>
            </a:rPr>
            <a:t> </a:t>
          </a:r>
          <a:r>
            <a:rPr lang="en-US" dirty="0" err="1">
              <a:solidFill>
                <a:schemeClr val="bg1"/>
              </a:solidFill>
            </a:rPr>
            <a:t>và</a:t>
          </a:r>
          <a:r>
            <a:rPr lang="en-US" dirty="0">
              <a:solidFill>
                <a:schemeClr val="bg1"/>
              </a:solidFill>
            </a:rPr>
            <a:t> </a:t>
          </a:r>
          <a:r>
            <a:rPr lang="en-US" dirty="0" err="1">
              <a:solidFill>
                <a:schemeClr val="bg1"/>
              </a:solidFill>
            </a:rPr>
            <a:t>làm</a:t>
          </a:r>
          <a:r>
            <a:rPr lang="en-US" dirty="0">
              <a:solidFill>
                <a:schemeClr val="bg1"/>
              </a:solidFill>
            </a:rPr>
            <a:t> </a:t>
          </a:r>
          <a:r>
            <a:rPr lang="en-US" dirty="0" err="1">
              <a:solidFill>
                <a:schemeClr val="bg1"/>
              </a:solidFill>
            </a:rPr>
            <a:t>thủ</a:t>
          </a:r>
          <a:r>
            <a:rPr lang="en-US" dirty="0">
              <a:solidFill>
                <a:schemeClr val="bg1"/>
              </a:solidFill>
            </a:rPr>
            <a:t> </a:t>
          </a:r>
          <a:r>
            <a:rPr lang="en-US" dirty="0" err="1">
              <a:solidFill>
                <a:schemeClr val="bg1"/>
              </a:solidFill>
            </a:rPr>
            <a:t>tục</a:t>
          </a:r>
          <a:r>
            <a:rPr lang="en-US" dirty="0">
              <a:solidFill>
                <a:schemeClr val="bg1"/>
              </a:solidFill>
            </a:rPr>
            <a:t> </a:t>
          </a:r>
          <a:r>
            <a:rPr lang="en-US" dirty="0" err="1">
              <a:solidFill>
                <a:schemeClr val="bg1"/>
              </a:solidFill>
            </a:rPr>
            <a:t>nhận</a:t>
          </a:r>
          <a:r>
            <a:rPr lang="en-US" dirty="0">
              <a:solidFill>
                <a:schemeClr val="bg1"/>
              </a:solidFill>
            </a:rPr>
            <a:t> </a:t>
          </a:r>
          <a:r>
            <a:rPr lang="en-US" dirty="0" err="1">
              <a:solidFill>
                <a:schemeClr val="bg1"/>
              </a:solidFill>
            </a:rPr>
            <a:t>hàng</a:t>
          </a:r>
          <a:r>
            <a:rPr lang="en-US" dirty="0">
              <a:solidFill>
                <a:schemeClr val="bg1"/>
              </a:solidFill>
            </a:rPr>
            <a:t>. </a:t>
          </a:r>
        </a:p>
      </dgm:t>
    </dgm:pt>
    <dgm:pt modelId="{A3414E66-BAE3-421F-9F03-5B352DBBEB40}" type="parTrans" cxnId="{ADA73519-17A5-4059-9D34-E30BF82B397E}">
      <dgm:prSet/>
      <dgm:spPr/>
      <dgm:t>
        <a:bodyPr/>
        <a:lstStyle/>
        <a:p>
          <a:endParaRPr lang="en-US"/>
        </a:p>
      </dgm:t>
    </dgm:pt>
    <dgm:pt modelId="{CB04FE25-7D7D-413C-93D8-2411F0AF860E}" type="sibTrans" cxnId="{ADA73519-17A5-4059-9D34-E30BF82B397E}">
      <dgm:prSet/>
      <dgm:spPr/>
      <dgm:t>
        <a:bodyPr/>
        <a:lstStyle/>
        <a:p>
          <a:endParaRPr lang="en-US"/>
        </a:p>
      </dgm:t>
    </dgm:pt>
    <dgm:pt modelId="{10B9E09F-551C-416D-BF38-49854742C266}">
      <dgm:prSet/>
      <dgm:spPr/>
      <dgm:t>
        <a:bodyPr/>
        <a:lstStyle/>
        <a:p>
          <a:r>
            <a:rPr lang="en-US" dirty="0">
              <a:solidFill>
                <a:schemeClr val="bg1"/>
              </a:solidFill>
            </a:rPr>
            <a:t>3.Sau </a:t>
          </a:r>
          <a:r>
            <a:rPr lang="en-US" dirty="0" err="1">
              <a:solidFill>
                <a:schemeClr val="bg1"/>
              </a:solidFill>
            </a:rPr>
            <a:t>đó</a:t>
          </a:r>
          <a:r>
            <a:rPr lang="en-US" dirty="0">
              <a:solidFill>
                <a:schemeClr val="bg1"/>
              </a:solidFill>
            </a:rPr>
            <a:t> </a:t>
          </a:r>
          <a:r>
            <a:rPr lang="en-US" dirty="0" err="1">
              <a:solidFill>
                <a:schemeClr val="bg1"/>
              </a:solidFill>
            </a:rPr>
            <a:t>thanh</a:t>
          </a:r>
          <a:r>
            <a:rPr lang="en-US" dirty="0">
              <a:solidFill>
                <a:schemeClr val="bg1"/>
              </a:solidFill>
            </a:rPr>
            <a:t> </a:t>
          </a:r>
          <a:r>
            <a:rPr lang="en-US" dirty="0" err="1">
              <a:solidFill>
                <a:schemeClr val="bg1"/>
              </a:solidFill>
            </a:rPr>
            <a:t>toán</a:t>
          </a:r>
          <a:r>
            <a:rPr lang="en-US" dirty="0">
              <a:solidFill>
                <a:schemeClr val="bg1"/>
              </a:solidFill>
            </a:rPr>
            <a:t> </a:t>
          </a:r>
          <a:r>
            <a:rPr lang="en-US" dirty="0" err="1">
              <a:solidFill>
                <a:schemeClr val="bg1"/>
              </a:solidFill>
            </a:rPr>
            <a:t>hóa</a:t>
          </a:r>
          <a:r>
            <a:rPr lang="en-US" dirty="0">
              <a:solidFill>
                <a:schemeClr val="bg1"/>
              </a:solidFill>
            </a:rPr>
            <a:t> </a:t>
          </a:r>
          <a:r>
            <a:rPr lang="en-US" dirty="0" err="1">
              <a:solidFill>
                <a:schemeClr val="bg1"/>
              </a:solidFill>
            </a:rPr>
            <a:t>đơn</a:t>
          </a:r>
          <a:r>
            <a:rPr lang="en-US" dirty="0">
              <a:solidFill>
                <a:schemeClr val="bg1"/>
              </a:solidFill>
            </a:rPr>
            <a:t> </a:t>
          </a:r>
          <a:r>
            <a:rPr lang="en-US" dirty="0" err="1">
              <a:solidFill>
                <a:schemeClr val="bg1"/>
              </a:solidFill>
            </a:rPr>
            <a:t>và</a:t>
          </a:r>
          <a:r>
            <a:rPr lang="en-US" dirty="0">
              <a:solidFill>
                <a:schemeClr val="bg1"/>
              </a:solidFill>
            </a:rPr>
            <a:t> </a:t>
          </a:r>
          <a:r>
            <a:rPr lang="en-US" dirty="0" err="1">
              <a:solidFill>
                <a:schemeClr val="bg1"/>
              </a:solidFill>
            </a:rPr>
            <a:t>đưa</a:t>
          </a:r>
          <a:r>
            <a:rPr lang="en-US" dirty="0">
              <a:solidFill>
                <a:schemeClr val="bg1"/>
              </a:solidFill>
            </a:rPr>
            <a:t> </a:t>
          </a:r>
          <a:r>
            <a:rPr lang="en-US" dirty="0" err="1">
              <a:solidFill>
                <a:schemeClr val="bg1"/>
              </a:solidFill>
            </a:rPr>
            <a:t>hàng</a:t>
          </a:r>
          <a:r>
            <a:rPr lang="en-US" dirty="0">
              <a:solidFill>
                <a:schemeClr val="bg1"/>
              </a:solidFill>
            </a:rPr>
            <a:t> </a:t>
          </a:r>
          <a:r>
            <a:rPr lang="en-US" dirty="0" err="1">
              <a:solidFill>
                <a:schemeClr val="bg1"/>
              </a:solidFill>
            </a:rPr>
            <a:t>vào</a:t>
          </a:r>
          <a:r>
            <a:rPr lang="en-US" dirty="0">
              <a:solidFill>
                <a:schemeClr val="bg1"/>
              </a:solidFill>
            </a:rPr>
            <a:t> </a:t>
          </a:r>
          <a:r>
            <a:rPr lang="en-US" dirty="0" err="1">
              <a:solidFill>
                <a:schemeClr val="bg1"/>
              </a:solidFill>
            </a:rPr>
            <a:t>kho</a:t>
          </a:r>
          <a:r>
            <a:rPr lang="en-US" dirty="0">
              <a:solidFill>
                <a:schemeClr val="bg1"/>
              </a:solidFill>
            </a:rPr>
            <a:t> </a:t>
          </a:r>
          <a:r>
            <a:rPr lang="en-US" dirty="0" err="1">
              <a:solidFill>
                <a:schemeClr val="bg1"/>
              </a:solidFill>
            </a:rPr>
            <a:t>rồi</a:t>
          </a:r>
          <a:r>
            <a:rPr lang="en-US" dirty="0">
              <a:solidFill>
                <a:schemeClr val="bg1"/>
              </a:solidFill>
            </a:rPr>
            <a:t> </a:t>
          </a:r>
          <a:r>
            <a:rPr lang="en-US" dirty="0" err="1">
              <a:solidFill>
                <a:schemeClr val="bg1"/>
              </a:solidFill>
            </a:rPr>
            <a:t>nhập</a:t>
          </a:r>
          <a:r>
            <a:rPr lang="en-US" dirty="0">
              <a:solidFill>
                <a:schemeClr val="bg1"/>
              </a:solidFill>
            </a:rPr>
            <a:t> </a:t>
          </a:r>
          <a:r>
            <a:rPr lang="en-US" dirty="0" err="1">
              <a:solidFill>
                <a:schemeClr val="bg1"/>
              </a:solidFill>
            </a:rPr>
            <a:t>thông</a:t>
          </a:r>
          <a:r>
            <a:rPr lang="en-US" dirty="0">
              <a:solidFill>
                <a:schemeClr val="bg1"/>
              </a:solidFill>
            </a:rPr>
            <a:t> tin </a:t>
          </a:r>
          <a:r>
            <a:rPr lang="en-US" dirty="0" err="1">
              <a:solidFill>
                <a:schemeClr val="bg1"/>
              </a:solidFill>
            </a:rPr>
            <a:t>hoặc</a:t>
          </a:r>
          <a:r>
            <a:rPr lang="en-US" dirty="0">
              <a:solidFill>
                <a:schemeClr val="bg1"/>
              </a:solidFill>
            </a:rPr>
            <a:t> </a:t>
          </a:r>
          <a:r>
            <a:rPr lang="en-US" dirty="0" err="1">
              <a:solidFill>
                <a:schemeClr val="bg1"/>
              </a:solidFill>
            </a:rPr>
            <a:t>bổ</a:t>
          </a:r>
          <a:r>
            <a:rPr lang="en-US" dirty="0">
              <a:solidFill>
                <a:schemeClr val="bg1"/>
              </a:solidFill>
            </a:rPr>
            <a:t> sung </a:t>
          </a:r>
          <a:r>
            <a:rPr lang="en-US" dirty="0" err="1">
              <a:solidFill>
                <a:schemeClr val="bg1"/>
              </a:solidFill>
            </a:rPr>
            <a:t>điện</a:t>
          </a:r>
          <a:r>
            <a:rPr lang="en-US" dirty="0">
              <a:solidFill>
                <a:schemeClr val="bg1"/>
              </a:solidFill>
            </a:rPr>
            <a:t> </a:t>
          </a:r>
          <a:r>
            <a:rPr lang="en-US" dirty="0" err="1">
              <a:solidFill>
                <a:schemeClr val="bg1"/>
              </a:solidFill>
            </a:rPr>
            <a:t>thoại</a:t>
          </a:r>
          <a:r>
            <a:rPr lang="en-US" dirty="0">
              <a:solidFill>
                <a:schemeClr val="bg1"/>
              </a:solidFill>
            </a:rPr>
            <a:t> </a:t>
          </a:r>
          <a:r>
            <a:rPr lang="en-US" dirty="0" err="1">
              <a:solidFill>
                <a:schemeClr val="bg1"/>
              </a:solidFill>
            </a:rPr>
            <a:t>vào</a:t>
          </a:r>
          <a:r>
            <a:rPr lang="en-US" dirty="0">
              <a:solidFill>
                <a:schemeClr val="bg1"/>
              </a:solidFill>
            </a:rPr>
            <a:t> </a:t>
          </a:r>
          <a:r>
            <a:rPr lang="en-US" dirty="0" err="1">
              <a:solidFill>
                <a:schemeClr val="bg1"/>
              </a:solidFill>
            </a:rPr>
            <a:t>phần</a:t>
          </a:r>
          <a:r>
            <a:rPr lang="en-US" dirty="0">
              <a:solidFill>
                <a:schemeClr val="bg1"/>
              </a:solidFill>
            </a:rPr>
            <a:t> </a:t>
          </a:r>
          <a:r>
            <a:rPr lang="en-US" dirty="0" err="1">
              <a:solidFill>
                <a:schemeClr val="bg1"/>
              </a:solidFill>
            </a:rPr>
            <a:t>mềm</a:t>
          </a:r>
          <a:r>
            <a:rPr lang="en-US" dirty="0">
              <a:solidFill>
                <a:schemeClr val="bg1"/>
              </a:solidFill>
            </a:rPr>
            <a:t>.</a:t>
          </a:r>
        </a:p>
      </dgm:t>
    </dgm:pt>
    <dgm:pt modelId="{7C6DE4A0-CCE2-4445-974C-0A257A16B7DF}" type="parTrans" cxnId="{DABB600F-C717-4FAD-A69F-97EAE93F78B9}">
      <dgm:prSet/>
      <dgm:spPr/>
      <dgm:t>
        <a:bodyPr/>
        <a:lstStyle/>
        <a:p>
          <a:endParaRPr lang="en-US"/>
        </a:p>
      </dgm:t>
    </dgm:pt>
    <dgm:pt modelId="{083EB031-2038-41F7-AF6D-454A5755666A}" type="sibTrans" cxnId="{DABB600F-C717-4FAD-A69F-97EAE93F78B9}">
      <dgm:prSet/>
      <dgm:spPr/>
      <dgm:t>
        <a:bodyPr/>
        <a:lstStyle/>
        <a:p>
          <a:endParaRPr lang="en-US"/>
        </a:p>
      </dgm:t>
    </dgm:pt>
    <dgm:pt modelId="{EB7B7E25-FD39-4FBF-BA47-80E5C9421A5B}" type="pres">
      <dgm:prSet presAssocID="{5CDBE6BD-A22D-4C36-8E39-5152CB52B11E}" presName="vert0" presStyleCnt="0">
        <dgm:presLayoutVars>
          <dgm:dir/>
          <dgm:animOne val="branch"/>
          <dgm:animLvl val="lvl"/>
        </dgm:presLayoutVars>
      </dgm:prSet>
      <dgm:spPr/>
    </dgm:pt>
    <dgm:pt modelId="{DA4FAB77-006F-4015-A3CF-AA7325CD5407}" type="pres">
      <dgm:prSet presAssocID="{9F77C511-D273-40FB-9FB9-CAD41101C9AA}" presName="thickLine" presStyleLbl="alignNode1" presStyleIdx="0" presStyleCnt="3"/>
      <dgm:spPr/>
    </dgm:pt>
    <dgm:pt modelId="{37F8BE1F-318B-4062-8AEE-0C3331FBE4E8}" type="pres">
      <dgm:prSet presAssocID="{9F77C511-D273-40FB-9FB9-CAD41101C9AA}" presName="horz1" presStyleCnt="0"/>
      <dgm:spPr/>
    </dgm:pt>
    <dgm:pt modelId="{E2EE1C2F-22FD-4714-A8CC-0A7208FEB969}" type="pres">
      <dgm:prSet presAssocID="{9F77C511-D273-40FB-9FB9-CAD41101C9AA}" presName="tx1" presStyleLbl="revTx" presStyleIdx="0" presStyleCnt="3"/>
      <dgm:spPr/>
    </dgm:pt>
    <dgm:pt modelId="{436AC577-5F2B-40EC-855C-92380C14F521}" type="pres">
      <dgm:prSet presAssocID="{9F77C511-D273-40FB-9FB9-CAD41101C9AA}" presName="vert1" presStyleCnt="0"/>
      <dgm:spPr/>
    </dgm:pt>
    <dgm:pt modelId="{092A86DC-DBDE-4224-868A-1DB54A0AD6C1}" type="pres">
      <dgm:prSet presAssocID="{8F70A314-9AD8-4C66-90CF-CCFB5F33DC51}" presName="thickLine" presStyleLbl="alignNode1" presStyleIdx="1" presStyleCnt="3"/>
      <dgm:spPr/>
    </dgm:pt>
    <dgm:pt modelId="{D6E3B942-91EA-430C-8331-1443769DBBAB}" type="pres">
      <dgm:prSet presAssocID="{8F70A314-9AD8-4C66-90CF-CCFB5F33DC51}" presName="horz1" presStyleCnt="0"/>
      <dgm:spPr/>
    </dgm:pt>
    <dgm:pt modelId="{1D547C4A-FD7E-40F2-A8E8-F1ADBD9F1BC9}" type="pres">
      <dgm:prSet presAssocID="{8F70A314-9AD8-4C66-90CF-CCFB5F33DC51}" presName="tx1" presStyleLbl="revTx" presStyleIdx="1" presStyleCnt="3"/>
      <dgm:spPr/>
    </dgm:pt>
    <dgm:pt modelId="{22195BF5-43C4-440E-8E2D-8005710CD714}" type="pres">
      <dgm:prSet presAssocID="{8F70A314-9AD8-4C66-90CF-CCFB5F33DC51}" presName="vert1" presStyleCnt="0"/>
      <dgm:spPr/>
    </dgm:pt>
    <dgm:pt modelId="{5B41E99B-8A9A-44EF-B06A-610A6D7154F3}" type="pres">
      <dgm:prSet presAssocID="{10B9E09F-551C-416D-BF38-49854742C266}" presName="thickLine" presStyleLbl="alignNode1" presStyleIdx="2" presStyleCnt="3"/>
      <dgm:spPr/>
    </dgm:pt>
    <dgm:pt modelId="{588D8740-4022-41EE-8CD0-6E5BFE9A67C0}" type="pres">
      <dgm:prSet presAssocID="{10B9E09F-551C-416D-BF38-49854742C266}" presName="horz1" presStyleCnt="0"/>
      <dgm:spPr/>
    </dgm:pt>
    <dgm:pt modelId="{C36D11B3-71BC-4A0D-A438-1D260654BB0F}" type="pres">
      <dgm:prSet presAssocID="{10B9E09F-551C-416D-BF38-49854742C266}" presName="tx1" presStyleLbl="revTx" presStyleIdx="2" presStyleCnt="3"/>
      <dgm:spPr/>
    </dgm:pt>
    <dgm:pt modelId="{5F29B1A5-B9E8-4395-B563-5E360A70EE7D}" type="pres">
      <dgm:prSet presAssocID="{10B9E09F-551C-416D-BF38-49854742C266}" presName="vert1" presStyleCnt="0"/>
      <dgm:spPr/>
    </dgm:pt>
  </dgm:ptLst>
  <dgm:cxnLst>
    <dgm:cxn modelId="{DABB600F-C717-4FAD-A69F-97EAE93F78B9}" srcId="{5CDBE6BD-A22D-4C36-8E39-5152CB52B11E}" destId="{10B9E09F-551C-416D-BF38-49854742C266}" srcOrd="2" destOrd="0" parTransId="{7C6DE4A0-CCE2-4445-974C-0A257A16B7DF}" sibTransId="{083EB031-2038-41F7-AF6D-454A5755666A}"/>
    <dgm:cxn modelId="{ADA73519-17A5-4059-9D34-E30BF82B397E}" srcId="{5CDBE6BD-A22D-4C36-8E39-5152CB52B11E}" destId="{8F70A314-9AD8-4C66-90CF-CCFB5F33DC51}" srcOrd="1" destOrd="0" parTransId="{A3414E66-BAE3-421F-9F03-5B352DBBEB40}" sibTransId="{CB04FE25-7D7D-413C-93D8-2411F0AF860E}"/>
    <dgm:cxn modelId="{CEA73040-E0A1-48F5-A325-EA86672D50FD}" type="presOf" srcId="{5CDBE6BD-A22D-4C36-8E39-5152CB52B11E}" destId="{EB7B7E25-FD39-4FBF-BA47-80E5C9421A5B}" srcOrd="0" destOrd="0" presId="urn:microsoft.com/office/officeart/2008/layout/LinedList"/>
    <dgm:cxn modelId="{5CE07D4F-5672-411E-8188-49F0E6AE7251}" type="presOf" srcId="{8F70A314-9AD8-4C66-90CF-CCFB5F33DC51}" destId="{1D547C4A-FD7E-40F2-A8E8-F1ADBD9F1BC9}" srcOrd="0" destOrd="0" presId="urn:microsoft.com/office/officeart/2008/layout/LinedList"/>
    <dgm:cxn modelId="{BEDC6A7C-DBA5-4A3F-8928-163B5A81735F}" type="presOf" srcId="{10B9E09F-551C-416D-BF38-49854742C266}" destId="{C36D11B3-71BC-4A0D-A438-1D260654BB0F}" srcOrd="0" destOrd="0" presId="urn:microsoft.com/office/officeart/2008/layout/LinedList"/>
    <dgm:cxn modelId="{BE54CC8D-BBDB-4704-B80B-8AFB62025C7A}" srcId="{5CDBE6BD-A22D-4C36-8E39-5152CB52B11E}" destId="{9F77C511-D273-40FB-9FB9-CAD41101C9AA}" srcOrd="0" destOrd="0" parTransId="{09EC75DD-C62F-4D88-99EF-D50D97831527}" sibTransId="{226743F3-84B6-43BD-A1C2-3B80459AA5EB}"/>
    <dgm:cxn modelId="{1EF7FFC0-C89F-4E77-8687-D78B0AF4B717}" type="presOf" srcId="{9F77C511-D273-40FB-9FB9-CAD41101C9AA}" destId="{E2EE1C2F-22FD-4714-A8CC-0A7208FEB969}" srcOrd="0" destOrd="0" presId="urn:microsoft.com/office/officeart/2008/layout/LinedList"/>
    <dgm:cxn modelId="{4AF1A156-E9AD-43F5-A2D6-F1F1B05BDADF}" type="presParOf" srcId="{EB7B7E25-FD39-4FBF-BA47-80E5C9421A5B}" destId="{DA4FAB77-006F-4015-A3CF-AA7325CD5407}" srcOrd="0" destOrd="0" presId="urn:microsoft.com/office/officeart/2008/layout/LinedList"/>
    <dgm:cxn modelId="{10CA178F-EFB3-475A-AAB7-07F46E4389D9}" type="presParOf" srcId="{EB7B7E25-FD39-4FBF-BA47-80E5C9421A5B}" destId="{37F8BE1F-318B-4062-8AEE-0C3331FBE4E8}" srcOrd="1" destOrd="0" presId="urn:microsoft.com/office/officeart/2008/layout/LinedList"/>
    <dgm:cxn modelId="{EA88C6D1-179C-414B-88A6-C8A4CAD0A726}" type="presParOf" srcId="{37F8BE1F-318B-4062-8AEE-0C3331FBE4E8}" destId="{E2EE1C2F-22FD-4714-A8CC-0A7208FEB969}" srcOrd="0" destOrd="0" presId="urn:microsoft.com/office/officeart/2008/layout/LinedList"/>
    <dgm:cxn modelId="{A8D40EF3-B131-4732-A764-6F79F2B87BEB}" type="presParOf" srcId="{37F8BE1F-318B-4062-8AEE-0C3331FBE4E8}" destId="{436AC577-5F2B-40EC-855C-92380C14F521}" srcOrd="1" destOrd="0" presId="urn:microsoft.com/office/officeart/2008/layout/LinedList"/>
    <dgm:cxn modelId="{DDB0D5EF-F4FD-4280-940C-2E2FA0BFFDE5}" type="presParOf" srcId="{EB7B7E25-FD39-4FBF-BA47-80E5C9421A5B}" destId="{092A86DC-DBDE-4224-868A-1DB54A0AD6C1}" srcOrd="2" destOrd="0" presId="urn:microsoft.com/office/officeart/2008/layout/LinedList"/>
    <dgm:cxn modelId="{07156E51-9014-43A1-80C4-95E2CC5DED32}" type="presParOf" srcId="{EB7B7E25-FD39-4FBF-BA47-80E5C9421A5B}" destId="{D6E3B942-91EA-430C-8331-1443769DBBAB}" srcOrd="3" destOrd="0" presId="urn:microsoft.com/office/officeart/2008/layout/LinedList"/>
    <dgm:cxn modelId="{0646E357-9479-4046-B994-A61CA4C189D4}" type="presParOf" srcId="{D6E3B942-91EA-430C-8331-1443769DBBAB}" destId="{1D547C4A-FD7E-40F2-A8E8-F1ADBD9F1BC9}" srcOrd="0" destOrd="0" presId="urn:microsoft.com/office/officeart/2008/layout/LinedList"/>
    <dgm:cxn modelId="{1FAB24E4-19EE-49E5-B83E-537C43E70193}" type="presParOf" srcId="{D6E3B942-91EA-430C-8331-1443769DBBAB}" destId="{22195BF5-43C4-440E-8E2D-8005710CD714}" srcOrd="1" destOrd="0" presId="urn:microsoft.com/office/officeart/2008/layout/LinedList"/>
    <dgm:cxn modelId="{12C8CB64-C000-44C1-8D72-950AAEF208C0}" type="presParOf" srcId="{EB7B7E25-FD39-4FBF-BA47-80E5C9421A5B}" destId="{5B41E99B-8A9A-44EF-B06A-610A6D7154F3}" srcOrd="4" destOrd="0" presId="urn:microsoft.com/office/officeart/2008/layout/LinedList"/>
    <dgm:cxn modelId="{1E5FC0E8-813C-4E99-A689-2277C6A84604}" type="presParOf" srcId="{EB7B7E25-FD39-4FBF-BA47-80E5C9421A5B}" destId="{588D8740-4022-41EE-8CD0-6E5BFE9A67C0}" srcOrd="5" destOrd="0" presId="urn:microsoft.com/office/officeart/2008/layout/LinedList"/>
    <dgm:cxn modelId="{7F066FEA-0357-43BE-8AB1-80408D1FD71F}" type="presParOf" srcId="{588D8740-4022-41EE-8CD0-6E5BFE9A67C0}" destId="{C36D11B3-71BC-4A0D-A438-1D260654BB0F}" srcOrd="0" destOrd="0" presId="urn:microsoft.com/office/officeart/2008/layout/LinedList"/>
    <dgm:cxn modelId="{E85F5CE5-86F5-48E0-B7C3-E839CCEC8DD8}" type="presParOf" srcId="{588D8740-4022-41EE-8CD0-6E5BFE9A67C0}" destId="{5F29B1A5-B9E8-4395-B563-5E360A70EE7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0559935-9CF3-4221-94A5-6A0F0939E73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63A396BE-EA6B-481A-B212-F948A6AAE431}">
      <dgm:prSet/>
      <dgm:spPr/>
      <dgm:t>
        <a:bodyPr/>
        <a:lstStyle/>
        <a:p>
          <a:r>
            <a:rPr lang="en-US" dirty="0"/>
            <a:t>1.Khách </a:t>
          </a:r>
          <a:r>
            <a:rPr lang="en-US" dirty="0" err="1"/>
            <a:t>hàng</a:t>
          </a:r>
          <a:r>
            <a:rPr lang="en-US" dirty="0"/>
            <a:t> </a:t>
          </a:r>
          <a:r>
            <a:rPr lang="en-US" dirty="0" err="1"/>
            <a:t>tới</a:t>
          </a:r>
          <a:r>
            <a:rPr lang="en-US" dirty="0"/>
            <a:t> </a:t>
          </a:r>
          <a:r>
            <a:rPr lang="en-US" dirty="0" err="1"/>
            <a:t>quầy</a:t>
          </a:r>
          <a:r>
            <a:rPr lang="en-US" dirty="0"/>
            <a:t> </a:t>
          </a:r>
          <a:r>
            <a:rPr lang="en-US" dirty="0" err="1"/>
            <a:t>thanh</a:t>
          </a:r>
          <a:r>
            <a:rPr lang="en-US" dirty="0"/>
            <a:t> </a:t>
          </a:r>
          <a:r>
            <a:rPr lang="en-US" dirty="0" err="1"/>
            <a:t>toán</a:t>
          </a:r>
          <a:endParaRPr lang="en-US" dirty="0"/>
        </a:p>
      </dgm:t>
    </dgm:pt>
    <dgm:pt modelId="{D9D0DD92-00AE-4980-AEB2-D5F76934BC82}" type="parTrans" cxnId="{D6360103-7A46-4C35-8127-CCA907A492BE}">
      <dgm:prSet/>
      <dgm:spPr/>
      <dgm:t>
        <a:bodyPr/>
        <a:lstStyle/>
        <a:p>
          <a:endParaRPr lang="en-US"/>
        </a:p>
      </dgm:t>
    </dgm:pt>
    <dgm:pt modelId="{C501C1D8-DC37-43D0-AF3B-3FCBBB53D3B3}" type="sibTrans" cxnId="{D6360103-7A46-4C35-8127-CCA907A492BE}">
      <dgm:prSet/>
      <dgm:spPr/>
      <dgm:t>
        <a:bodyPr/>
        <a:lstStyle/>
        <a:p>
          <a:endParaRPr lang="en-US"/>
        </a:p>
      </dgm:t>
    </dgm:pt>
    <dgm:pt modelId="{FAF1A561-BFDE-4A28-AE27-4A90656B5A85}">
      <dgm:prSet/>
      <dgm:spPr/>
      <dgm:t>
        <a:bodyPr/>
        <a:lstStyle/>
        <a:p>
          <a:r>
            <a:rPr lang="en-US" dirty="0"/>
            <a:t>2.Nhân </a:t>
          </a:r>
          <a:r>
            <a:rPr lang="en-US" dirty="0" err="1"/>
            <a:t>viên</a:t>
          </a:r>
          <a:r>
            <a:rPr lang="en-US" dirty="0"/>
            <a:t> </a:t>
          </a:r>
          <a:r>
            <a:rPr lang="en-US" dirty="0" err="1"/>
            <a:t>bán</a:t>
          </a:r>
          <a:r>
            <a:rPr lang="en-US" dirty="0"/>
            <a:t> </a:t>
          </a:r>
          <a:r>
            <a:rPr lang="en-US" dirty="0" err="1"/>
            <a:t>hàng</a:t>
          </a:r>
          <a:r>
            <a:rPr lang="en-US" dirty="0"/>
            <a:t> </a:t>
          </a:r>
          <a:r>
            <a:rPr lang="en-US" dirty="0" err="1"/>
            <a:t>sẽ</a:t>
          </a:r>
          <a:r>
            <a:rPr lang="en-US" dirty="0"/>
            <a:t> </a:t>
          </a:r>
          <a:r>
            <a:rPr lang="en-US" dirty="0" err="1"/>
            <a:t>quét</a:t>
          </a:r>
          <a:r>
            <a:rPr lang="en-US" dirty="0"/>
            <a:t> </a:t>
          </a:r>
          <a:r>
            <a:rPr lang="en-US" dirty="0" err="1"/>
            <a:t>mã</a:t>
          </a:r>
          <a:r>
            <a:rPr lang="en-US" dirty="0"/>
            <a:t> </a:t>
          </a:r>
          <a:r>
            <a:rPr lang="en-US" dirty="0" err="1"/>
            <a:t>vạch</a:t>
          </a:r>
          <a:r>
            <a:rPr lang="en-US" dirty="0"/>
            <a:t> </a:t>
          </a:r>
          <a:r>
            <a:rPr lang="en-US" dirty="0" err="1"/>
            <a:t>đối</a:t>
          </a:r>
          <a:r>
            <a:rPr lang="en-US" dirty="0"/>
            <a:t> </a:t>
          </a:r>
          <a:r>
            <a:rPr lang="en-US" dirty="0" err="1"/>
            <a:t>với</a:t>
          </a:r>
          <a:r>
            <a:rPr lang="en-US" dirty="0"/>
            <a:t> </a:t>
          </a:r>
          <a:r>
            <a:rPr lang="en-US" dirty="0" err="1"/>
            <a:t>từng</a:t>
          </a:r>
          <a:r>
            <a:rPr lang="en-US" dirty="0"/>
            <a:t> </a:t>
          </a:r>
          <a:r>
            <a:rPr lang="en-US" dirty="0" err="1"/>
            <a:t>điện</a:t>
          </a:r>
          <a:r>
            <a:rPr lang="en-US" dirty="0"/>
            <a:t> </a:t>
          </a:r>
          <a:r>
            <a:rPr lang="en-US" dirty="0" err="1"/>
            <a:t>thoại</a:t>
          </a:r>
          <a:endParaRPr lang="en-US" dirty="0"/>
        </a:p>
      </dgm:t>
    </dgm:pt>
    <dgm:pt modelId="{7912F52C-25A2-4E06-8C08-8C1C4D67D5D3}" type="parTrans" cxnId="{8A796C64-053A-44EC-A5EE-030AA9566D7D}">
      <dgm:prSet/>
      <dgm:spPr/>
      <dgm:t>
        <a:bodyPr/>
        <a:lstStyle/>
        <a:p>
          <a:endParaRPr lang="en-US"/>
        </a:p>
      </dgm:t>
    </dgm:pt>
    <dgm:pt modelId="{F259A63F-7989-4CBF-B978-1FD3E760CE82}" type="sibTrans" cxnId="{8A796C64-053A-44EC-A5EE-030AA9566D7D}">
      <dgm:prSet/>
      <dgm:spPr/>
      <dgm:t>
        <a:bodyPr/>
        <a:lstStyle/>
        <a:p>
          <a:endParaRPr lang="en-US"/>
        </a:p>
      </dgm:t>
    </dgm:pt>
    <dgm:pt modelId="{50AF3471-CA57-4516-BCF5-03586AFEF2F3}">
      <dgm:prSet/>
      <dgm:spPr/>
      <dgm:t>
        <a:bodyPr/>
        <a:lstStyle/>
        <a:p>
          <a:r>
            <a:rPr lang="en-US" dirty="0"/>
            <a:t>3.In </a:t>
          </a:r>
          <a:r>
            <a:rPr lang="en-US" dirty="0" err="1"/>
            <a:t>hóa</a:t>
          </a:r>
          <a:r>
            <a:rPr lang="en-US" dirty="0"/>
            <a:t> </a:t>
          </a:r>
          <a:r>
            <a:rPr lang="en-US" dirty="0" err="1"/>
            <a:t>đơn</a:t>
          </a:r>
          <a:r>
            <a:rPr lang="en-US" dirty="0"/>
            <a:t> </a:t>
          </a:r>
          <a:r>
            <a:rPr lang="en-US" dirty="0" err="1"/>
            <a:t>cho</a:t>
          </a:r>
          <a:r>
            <a:rPr lang="en-US" dirty="0"/>
            <a:t> </a:t>
          </a:r>
          <a:r>
            <a:rPr lang="en-US" dirty="0" err="1"/>
            <a:t>khách</a:t>
          </a:r>
          <a:r>
            <a:rPr lang="en-US" dirty="0"/>
            <a:t> </a:t>
          </a:r>
          <a:r>
            <a:rPr lang="en-US" dirty="0" err="1"/>
            <a:t>hàng</a:t>
          </a:r>
          <a:r>
            <a:rPr lang="en-US" dirty="0"/>
            <a:t> </a:t>
          </a:r>
          <a:r>
            <a:rPr lang="en-US" dirty="0" err="1"/>
            <a:t>và</a:t>
          </a:r>
          <a:r>
            <a:rPr lang="en-US" dirty="0"/>
            <a:t> </a:t>
          </a:r>
          <a:r>
            <a:rPr lang="en-US" dirty="0" err="1"/>
            <a:t>thu</a:t>
          </a:r>
          <a:r>
            <a:rPr lang="en-US" dirty="0"/>
            <a:t> </a:t>
          </a:r>
          <a:r>
            <a:rPr lang="en-US" dirty="0" err="1"/>
            <a:t>nhận</a:t>
          </a:r>
          <a:r>
            <a:rPr lang="en-US" dirty="0"/>
            <a:t> </a:t>
          </a:r>
          <a:r>
            <a:rPr lang="en-US" dirty="0" err="1"/>
            <a:t>tiền</a:t>
          </a:r>
          <a:r>
            <a:rPr lang="en-US" dirty="0"/>
            <a:t> </a:t>
          </a:r>
          <a:r>
            <a:rPr lang="en-US" dirty="0" err="1"/>
            <a:t>từ</a:t>
          </a:r>
          <a:r>
            <a:rPr lang="en-US" dirty="0"/>
            <a:t> </a:t>
          </a:r>
          <a:r>
            <a:rPr lang="en-US" dirty="0" err="1"/>
            <a:t>khách</a:t>
          </a:r>
          <a:r>
            <a:rPr lang="en-US" dirty="0"/>
            <a:t> </a:t>
          </a:r>
          <a:r>
            <a:rPr lang="en-US" dirty="0" err="1"/>
            <a:t>hàng</a:t>
          </a:r>
          <a:endParaRPr lang="en-US" dirty="0"/>
        </a:p>
      </dgm:t>
    </dgm:pt>
    <dgm:pt modelId="{B46261FC-95E2-464D-8E3B-F557AA87DAED}" type="parTrans" cxnId="{1C6C3933-0602-4553-B299-9CBA07A8BAFB}">
      <dgm:prSet/>
      <dgm:spPr/>
      <dgm:t>
        <a:bodyPr/>
        <a:lstStyle/>
        <a:p>
          <a:endParaRPr lang="en-US"/>
        </a:p>
      </dgm:t>
    </dgm:pt>
    <dgm:pt modelId="{14D6EAEF-8B87-4FEC-A488-42F70BE158B0}" type="sibTrans" cxnId="{1C6C3933-0602-4553-B299-9CBA07A8BAFB}">
      <dgm:prSet/>
      <dgm:spPr/>
      <dgm:t>
        <a:bodyPr/>
        <a:lstStyle/>
        <a:p>
          <a:endParaRPr lang="en-US"/>
        </a:p>
      </dgm:t>
    </dgm:pt>
    <dgm:pt modelId="{EB5E9645-A0CB-4E45-8CCD-67D073E6B855}" type="pres">
      <dgm:prSet presAssocID="{50559935-9CF3-4221-94A5-6A0F0939E737}" presName="linear" presStyleCnt="0">
        <dgm:presLayoutVars>
          <dgm:animLvl val="lvl"/>
          <dgm:resizeHandles val="exact"/>
        </dgm:presLayoutVars>
      </dgm:prSet>
      <dgm:spPr/>
    </dgm:pt>
    <dgm:pt modelId="{3CE8AE64-00EB-4F7D-B49F-E96210AF3D89}" type="pres">
      <dgm:prSet presAssocID="{63A396BE-EA6B-481A-B212-F948A6AAE431}" presName="parentText" presStyleLbl="node1" presStyleIdx="0" presStyleCnt="3">
        <dgm:presLayoutVars>
          <dgm:chMax val="0"/>
          <dgm:bulletEnabled val="1"/>
        </dgm:presLayoutVars>
      </dgm:prSet>
      <dgm:spPr/>
    </dgm:pt>
    <dgm:pt modelId="{FFC93FC9-9105-479D-8DD3-811307DF87E7}" type="pres">
      <dgm:prSet presAssocID="{C501C1D8-DC37-43D0-AF3B-3FCBBB53D3B3}" presName="spacer" presStyleCnt="0"/>
      <dgm:spPr/>
    </dgm:pt>
    <dgm:pt modelId="{7E5D93CF-F640-4520-80A1-118E38ECC35F}" type="pres">
      <dgm:prSet presAssocID="{FAF1A561-BFDE-4A28-AE27-4A90656B5A85}" presName="parentText" presStyleLbl="node1" presStyleIdx="1" presStyleCnt="3">
        <dgm:presLayoutVars>
          <dgm:chMax val="0"/>
          <dgm:bulletEnabled val="1"/>
        </dgm:presLayoutVars>
      </dgm:prSet>
      <dgm:spPr/>
    </dgm:pt>
    <dgm:pt modelId="{C19E7FB3-7FC9-48C7-B4E9-E1BAA12A3C8C}" type="pres">
      <dgm:prSet presAssocID="{F259A63F-7989-4CBF-B978-1FD3E760CE82}" presName="spacer" presStyleCnt="0"/>
      <dgm:spPr/>
    </dgm:pt>
    <dgm:pt modelId="{D5CFB2D0-01A4-40C4-842A-114819FB4A1B}" type="pres">
      <dgm:prSet presAssocID="{50AF3471-CA57-4516-BCF5-03586AFEF2F3}" presName="parentText" presStyleLbl="node1" presStyleIdx="2" presStyleCnt="3">
        <dgm:presLayoutVars>
          <dgm:chMax val="0"/>
          <dgm:bulletEnabled val="1"/>
        </dgm:presLayoutVars>
      </dgm:prSet>
      <dgm:spPr/>
    </dgm:pt>
  </dgm:ptLst>
  <dgm:cxnLst>
    <dgm:cxn modelId="{D6360103-7A46-4C35-8127-CCA907A492BE}" srcId="{50559935-9CF3-4221-94A5-6A0F0939E737}" destId="{63A396BE-EA6B-481A-B212-F948A6AAE431}" srcOrd="0" destOrd="0" parTransId="{D9D0DD92-00AE-4980-AEB2-D5F76934BC82}" sibTransId="{C501C1D8-DC37-43D0-AF3B-3FCBBB53D3B3}"/>
    <dgm:cxn modelId="{1C6C3933-0602-4553-B299-9CBA07A8BAFB}" srcId="{50559935-9CF3-4221-94A5-6A0F0939E737}" destId="{50AF3471-CA57-4516-BCF5-03586AFEF2F3}" srcOrd="2" destOrd="0" parTransId="{B46261FC-95E2-464D-8E3B-F557AA87DAED}" sibTransId="{14D6EAEF-8B87-4FEC-A488-42F70BE158B0}"/>
    <dgm:cxn modelId="{8A796C64-053A-44EC-A5EE-030AA9566D7D}" srcId="{50559935-9CF3-4221-94A5-6A0F0939E737}" destId="{FAF1A561-BFDE-4A28-AE27-4A90656B5A85}" srcOrd="1" destOrd="0" parTransId="{7912F52C-25A2-4E06-8C08-8C1C4D67D5D3}" sibTransId="{F259A63F-7989-4CBF-B978-1FD3E760CE82}"/>
    <dgm:cxn modelId="{E0162E65-0B5A-40E7-A6A5-98C5BB2BBB43}" type="presOf" srcId="{50AF3471-CA57-4516-BCF5-03586AFEF2F3}" destId="{D5CFB2D0-01A4-40C4-842A-114819FB4A1B}" srcOrd="0" destOrd="0" presId="urn:microsoft.com/office/officeart/2005/8/layout/vList2"/>
    <dgm:cxn modelId="{AA4D429C-4702-4B26-A6A6-53B489557C5D}" type="presOf" srcId="{FAF1A561-BFDE-4A28-AE27-4A90656B5A85}" destId="{7E5D93CF-F640-4520-80A1-118E38ECC35F}" srcOrd="0" destOrd="0" presId="urn:microsoft.com/office/officeart/2005/8/layout/vList2"/>
    <dgm:cxn modelId="{58CCFFAC-DBC5-4229-A662-CB1816860193}" type="presOf" srcId="{50559935-9CF3-4221-94A5-6A0F0939E737}" destId="{EB5E9645-A0CB-4E45-8CCD-67D073E6B855}" srcOrd="0" destOrd="0" presId="urn:microsoft.com/office/officeart/2005/8/layout/vList2"/>
    <dgm:cxn modelId="{130D62CC-B4F1-44B1-80BD-938471671B22}" type="presOf" srcId="{63A396BE-EA6B-481A-B212-F948A6AAE431}" destId="{3CE8AE64-00EB-4F7D-B49F-E96210AF3D89}" srcOrd="0" destOrd="0" presId="urn:microsoft.com/office/officeart/2005/8/layout/vList2"/>
    <dgm:cxn modelId="{AE123D91-E647-42CC-87EE-F051531D7364}" type="presParOf" srcId="{EB5E9645-A0CB-4E45-8CCD-67D073E6B855}" destId="{3CE8AE64-00EB-4F7D-B49F-E96210AF3D89}" srcOrd="0" destOrd="0" presId="urn:microsoft.com/office/officeart/2005/8/layout/vList2"/>
    <dgm:cxn modelId="{D51C1497-01E6-4343-AD34-32DE8A50279A}" type="presParOf" srcId="{EB5E9645-A0CB-4E45-8CCD-67D073E6B855}" destId="{FFC93FC9-9105-479D-8DD3-811307DF87E7}" srcOrd="1" destOrd="0" presId="urn:microsoft.com/office/officeart/2005/8/layout/vList2"/>
    <dgm:cxn modelId="{3A833A29-6559-40CD-B15A-C5CEF9A81830}" type="presParOf" srcId="{EB5E9645-A0CB-4E45-8CCD-67D073E6B855}" destId="{7E5D93CF-F640-4520-80A1-118E38ECC35F}" srcOrd="2" destOrd="0" presId="urn:microsoft.com/office/officeart/2005/8/layout/vList2"/>
    <dgm:cxn modelId="{BA2B3AA4-057E-4A49-825C-8F8CAC94570A}" type="presParOf" srcId="{EB5E9645-A0CB-4E45-8CCD-67D073E6B855}" destId="{C19E7FB3-7FC9-48C7-B4E9-E1BAA12A3C8C}" srcOrd="3" destOrd="0" presId="urn:microsoft.com/office/officeart/2005/8/layout/vList2"/>
    <dgm:cxn modelId="{BD36CC9D-3A25-4AA9-B45F-27F47BBF5380}" type="presParOf" srcId="{EB5E9645-A0CB-4E45-8CCD-67D073E6B855}" destId="{D5CFB2D0-01A4-40C4-842A-114819FB4A1B}"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567BAE-4164-4C41-B3CC-D1DA6E2D7F71}">
      <dsp:nvSpPr>
        <dsp:cNvPr id="0" name=""/>
        <dsp:cNvSpPr/>
      </dsp:nvSpPr>
      <dsp:spPr>
        <a:xfrm>
          <a:off x="1283" y="507350"/>
          <a:ext cx="4505585" cy="28610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3CB309-860E-43CE-ABC1-509456302C75}">
      <dsp:nvSpPr>
        <dsp:cNvPr id="0" name=""/>
        <dsp:cNvSpPr/>
      </dsp:nvSpPr>
      <dsp:spPr>
        <a:xfrm>
          <a:off x="501904" y="982940"/>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vi-VN" sz="1700" kern="1200"/>
            <a:t>Tổ 1: Tổ đảm nhận việc đặt hàng của khách hàng dựa trên yêu cầu mua sản phẩm của khách hàng đối với cửa hàng cũng như đảm nhận việc nhập hàng về kho cho cửa hàng. Tổ này sử dụng một máy tính nhỏ, trên đó hoạt động theo một chương trình được cài đặt là hệ Đặt Hàng, trợ giúp các việc lập hóa đơn các thông tin về khách hàng cũng như sản phẩm và theo dõi sự hoàn tất trong quá trình giao dịch của đơn hàng.</a:t>
          </a:r>
          <a:endParaRPr lang="en-US" sz="1700" kern="1200"/>
        </a:p>
      </dsp:txBody>
      <dsp:txXfrm>
        <a:off x="585701" y="1066737"/>
        <a:ext cx="4337991" cy="2693452"/>
      </dsp:txXfrm>
    </dsp:sp>
    <dsp:sp modelId="{B5DD4E53-B33F-4353-B6FC-7495A27635D2}">
      <dsp:nvSpPr>
        <dsp:cNvPr id="0" name=""/>
        <dsp:cNvSpPr/>
      </dsp:nvSpPr>
      <dsp:spPr>
        <a:xfrm>
          <a:off x="5508110" y="507350"/>
          <a:ext cx="4505585" cy="28610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E08A81-6805-474D-BCC2-F1CC4FCCC3CE}">
      <dsp:nvSpPr>
        <dsp:cNvPr id="0" name=""/>
        <dsp:cNvSpPr/>
      </dsp:nvSpPr>
      <dsp:spPr>
        <a:xfrm>
          <a:off x="6008730" y="982940"/>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vi-VN" sz="1700" kern="1200"/>
            <a:t>Tổ 2: Tổ đảm nhận việc ghi nhận hàng về kho và cung cấp sản phẩm cho khách hàng. Tổ này cũng có 1 máy tính nhỏ, trên đó có 1 hệ chương trình hệ Nhận Phát Hàng trợ giúp các việc ghi nhận hàng về kho và làm thủ tục cung cấp sản phẩm cho khách hàng.</a:t>
          </a:r>
          <a:endParaRPr lang="en-US" sz="1700" kern="1200"/>
        </a:p>
      </dsp:txBody>
      <dsp:txXfrm>
        <a:off x="6092527" y="1066737"/>
        <a:ext cx="4337991" cy="26934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4FAB77-006F-4015-A3CF-AA7325CD5407}">
      <dsp:nvSpPr>
        <dsp:cNvPr id="0" name=""/>
        <dsp:cNvSpPr/>
      </dsp:nvSpPr>
      <dsp:spPr>
        <a:xfrm>
          <a:off x="0" y="2492"/>
          <a:ext cx="649287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EE1C2F-22FD-4714-A8CC-0A7208FEB969}">
      <dsp:nvSpPr>
        <dsp:cNvPr id="0" name=""/>
        <dsp:cNvSpPr/>
      </dsp:nvSpPr>
      <dsp:spPr>
        <a:xfrm>
          <a:off x="0" y="2492"/>
          <a:ext cx="6492875"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solidFill>
                <a:schemeClr val="bg1"/>
              </a:solidFill>
            </a:rPr>
            <a:t>1.Quản </a:t>
          </a:r>
          <a:r>
            <a:rPr lang="en-US" sz="3100" kern="1200" dirty="0" err="1">
              <a:solidFill>
                <a:schemeClr val="bg1"/>
              </a:solidFill>
            </a:rPr>
            <a:t>lí</a:t>
          </a:r>
          <a:r>
            <a:rPr lang="en-US" sz="3100" kern="1200" dirty="0">
              <a:solidFill>
                <a:schemeClr val="bg1"/>
              </a:solidFill>
            </a:rPr>
            <a:t> </a:t>
          </a:r>
          <a:r>
            <a:rPr lang="en-US" sz="3100" kern="1200" dirty="0" err="1">
              <a:solidFill>
                <a:schemeClr val="bg1"/>
              </a:solidFill>
            </a:rPr>
            <a:t>sẽ</a:t>
          </a:r>
          <a:r>
            <a:rPr lang="en-US" sz="3100" kern="1200" dirty="0">
              <a:solidFill>
                <a:schemeClr val="bg1"/>
              </a:solidFill>
            </a:rPr>
            <a:t> </a:t>
          </a:r>
          <a:r>
            <a:rPr lang="en-US" sz="3100" kern="1200" dirty="0" err="1">
              <a:solidFill>
                <a:schemeClr val="bg1"/>
              </a:solidFill>
            </a:rPr>
            <a:t>kiểm</a:t>
          </a:r>
          <a:r>
            <a:rPr lang="en-US" sz="3100" kern="1200" dirty="0">
              <a:solidFill>
                <a:schemeClr val="bg1"/>
              </a:solidFill>
            </a:rPr>
            <a:t> </a:t>
          </a:r>
          <a:r>
            <a:rPr lang="en-US" sz="3100" kern="1200" dirty="0" err="1">
              <a:solidFill>
                <a:schemeClr val="bg1"/>
              </a:solidFill>
            </a:rPr>
            <a:t>tra</a:t>
          </a:r>
          <a:r>
            <a:rPr lang="en-US" sz="3100" kern="1200" dirty="0">
              <a:solidFill>
                <a:schemeClr val="bg1"/>
              </a:solidFill>
            </a:rPr>
            <a:t> </a:t>
          </a:r>
          <a:r>
            <a:rPr lang="en-US" sz="3100" kern="1200" dirty="0" err="1">
              <a:solidFill>
                <a:schemeClr val="bg1"/>
              </a:solidFill>
            </a:rPr>
            <a:t>đơn</a:t>
          </a:r>
          <a:r>
            <a:rPr lang="en-US" sz="3100" kern="1200" dirty="0">
              <a:solidFill>
                <a:schemeClr val="bg1"/>
              </a:solidFill>
            </a:rPr>
            <a:t> </a:t>
          </a:r>
          <a:r>
            <a:rPr lang="en-US" sz="3100" kern="1200" dirty="0" err="1">
              <a:solidFill>
                <a:schemeClr val="bg1"/>
              </a:solidFill>
            </a:rPr>
            <a:t>hàng</a:t>
          </a:r>
          <a:r>
            <a:rPr lang="en-US" sz="3100" kern="1200" dirty="0">
              <a:solidFill>
                <a:schemeClr val="bg1"/>
              </a:solidFill>
            </a:rPr>
            <a:t> </a:t>
          </a:r>
          <a:r>
            <a:rPr lang="en-US" sz="3100" kern="1200" dirty="0" err="1">
              <a:solidFill>
                <a:schemeClr val="bg1"/>
              </a:solidFill>
            </a:rPr>
            <a:t>xem</a:t>
          </a:r>
          <a:r>
            <a:rPr lang="en-US" sz="3100" kern="1200" dirty="0">
              <a:solidFill>
                <a:schemeClr val="bg1"/>
              </a:solidFill>
            </a:rPr>
            <a:t> </a:t>
          </a:r>
          <a:r>
            <a:rPr lang="en-US" sz="3100" kern="1200" dirty="0" err="1">
              <a:solidFill>
                <a:schemeClr val="bg1"/>
              </a:solidFill>
            </a:rPr>
            <a:t>có</a:t>
          </a:r>
          <a:r>
            <a:rPr lang="en-US" sz="3100" kern="1200" dirty="0">
              <a:solidFill>
                <a:schemeClr val="bg1"/>
              </a:solidFill>
            </a:rPr>
            <a:t> </a:t>
          </a:r>
          <a:r>
            <a:rPr lang="en-US" sz="3100" kern="1200" dirty="0" err="1">
              <a:solidFill>
                <a:schemeClr val="bg1"/>
              </a:solidFill>
            </a:rPr>
            <a:t>bị</a:t>
          </a:r>
          <a:r>
            <a:rPr lang="en-US" sz="3100" kern="1200" dirty="0">
              <a:solidFill>
                <a:schemeClr val="bg1"/>
              </a:solidFill>
            </a:rPr>
            <a:t> </a:t>
          </a:r>
          <a:r>
            <a:rPr lang="en-US" sz="3100" kern="1200" dirty="0" err="1">
              <a:solidFill>
                <a:schemeClr val="bg1"/>
              </a:solidFill>
            </a:rPr>
            <a:t>lỗi</a:t>
          </a:r>
          <a:r>
            <a:rPr lang="en-US" sz="3100" kern="1200" dirty="0">
              <a:solidFill>
                <a:schemeClr val="bg1"/>
              </a:solidFill>
            </a:rPr>
            <a:t> hay </a:t>
          </a:r>
          <a:r>
            <a:rPr lang="en-US" sz="3100" kern="1200" dirty="0" err="1">
              <a:solidFill>
                <a:schemeClr val="bg1"/>
              </a:solidFill>
            </a:rPr>
            <a:t>không</a:t>
          </a:r>
          <a:r>
            <a:rPr lang="en-US" sz="3100" kern="1200" dirty="0">
              <a:solidFill>
                <a:schemeClr val="bg1"/>
              </a:solidFill>
            </a:rPr>
            <a:t>, </a:t>
          </a:r>
          <a:r>
            <a:rPr lang="en-US" sz="3100" kern="1200" dirty="0" err="1">
              <a:solidFill>
                <a:schemeClr val="bg1"/>
              </a:solidFill>
            </a:rPr>
            <a:t>nếu</a:t>
          </a:r>
          <a:r>
            <a:rPr lang="en-US" sz="3100" kern="1200" dirty="0">
              <a:solidFill>
                <a:schemeClr val="bg1"/>
              </a:solidFill>
            </a:rPr>
            <a:t> </a:t>
          </a:r>
          <a:r>
            <a:rPr lang="en-US" sz="3100" kern="1200" dirty="0" err="1">
              <a:solidFill>
                <a:schemeClr val="bg1"/>
              </a:solidFill>
            </a:rPr>
            <a:t>bị</a:t>
          </a:r>
          <a:r>
            <a:rPr lang="en-US" sz="3100" kern="1200" dirty="0">
              <a:solidFill>
                <a:schemeClr val="bg1"/>
              </a:solidFill>
            </a:rPr>
            <a:t> </a:t>
          </a:r>
          <a:r>
            <a:rPr lang="en-US" sz="3100" kern="1200" dirty="0" err="1">
              <a:solidFill>
                <a:schemeClr val="bg1"/>
              </a:solidFill>
            </a:rPr>
            <a:t>lỗi</a:t>
          </a:r>
          <a:r>
            <a:rPr lang="en-US" sz="3100" kern="1200" dirty="0">
              <a:solidFill>
                <a:schemeClr val="bg1"/>
              </a:solidFill>
            </a:rPr>
            <a:t> </a:t>
          </a:r>
          <a:r>
            <a:rPr lang="en-US" sz="3100" kern="1200" dirty="0" err="1">
              <a:solidFill>
                <a:schemeClr val="bg1"/>
              </a:solidFill>
            </a:rPr>
            <a:t>sẽ</a:t>
          </a:r>
          <a:r>
            <a:rPr lang="en-US" sz="3100" kern="1200" dirty="0">
              <a:solidFill>
                <a:schemeClr val="bg1"/>
              </a:solidFill>
            </a:rPr>
            <a:t> </a:t>
          </a:r>
          <a:r>
            <a:rPr lang="en-US" sz="3100" kern="1200" dirty="0" err="1">
              <a:solidFill>
                <a:schemeClr val="bg1"/>
              </a:solidFill>
            </a:rPr>
            <a:t>bàn</a:t>
          </a:r>
          <a:r>
            <a:rPr lang="en-US" sz="3100" kern="1200" dirty="0">
              <a:solidFill>
                <a:schemeClr val="bg1"/>
              </a:solidFill>
            </a:rPr>
            <a:t> </a:t>
          </a:r>
          <a:r>
            <a:rPr lang="en-US" sz="3100" kern="1200" dirty="0" err="1">
              <a:solidFill>
                <a:schemeClr val="bg1"/>
              </a:solidFill>
            </a:rPr>
            <a:t>bạc</a:t>
          </a:r>
          <a:r>
            <a:rPr lang="en-US" sz="3100" kern="1200" dirty="0">
              <a:solidFill>
                <a:schemeClr val="bg1"/>
              </a:solidFill>
            </a:rPr>
            <a:t> </a:t>
          </a:r>
          <a:r>
            <a:rPr lang="en-US" sz="3100" kern="1200" dirty="0" err="1">
              <a:solidFill>
                <a:schemeClr val="bg1"/>
              </a:solidFill>
            </a:rPr>
            <a:t>với</a:t>
          </a:r>
          <a:r>
            <a:rPr lang="en-US" sz="3100" kern="1200" dirty="0">
              <a:solidFill>
                <a:schemeClr val="bg1"/>
              </a:solidFill>
            </a:rPr>
            <a:t> </a:t>
          </a:r>
          <a:r>
            <a:rPr lang="en-US" sz="3100" kern="1200" dirty="0" err="1">
              <a:solidFill>
                <a:schemeClr val="bg1"/>
              </a:solidFill>
            </a:rPr>
            <a:t>nhà</a:t>
          </a:r>
          <a:r>
            <a:rPr lang="en-US" sz="3100" kern="1200" dirty="0">
              <a:solidFill>
                <a:schemeClr val="bg1"/>
              </a:solidFill>
            </a:rPr>
            <a:t> </a:t>
          </a:r>
          <a:r>
            <a:rPr lang="en-US" sz="3100" kern="1200" dirty="0" err="1">
              <a:solidFill>
                <a:schemeClr val="bg1"/>
              </a:solidFill>
            </a:rPr>
            <a:t>cung</a:t>
          </a:r>
          <a:r>
            <a:rPr lang="en-US" sz="3100" kern="1200" dirty="0">
              <a:solidFill>
                <a:schemeClr val="bg1"/>
              </a:solidFill>
            </a:rPr>
            <a:t> </a:t>
          </a:r>
          <a:r>
            <a:rPr lang="en-US" sz="3100" kern="1200" dirty="0" err="1">
              <a:solidFill>
                <a:schemeClr val="bg1"/>
              </a:solidFill>
            </a:rPr>
            <a:t>cấp</a:t>
          </a:r>
          <a:r>
            <a:rPr lang="en-US" sz="3100" kern="1200" dirty="0">
              <a:solidFill>
                <a:schemeClr val="bg1"/>
              </a:solidFill>
            </a:rPr>
            <a:t> </a:t>
          </a:r>
          <a:r>
            <a:rPr lang="en-US" sz="3100" kern="1200" dirty="0" err="1">
              <a:solidFill>
                <a:schemeClr val="bg1"/>
              </a:solidFill>
            </a:rPr>
            <a:t>để</a:t>
          </a:r>
          <a:r>
            <a:rPr lang="en-US" sz="3100" kern="1200" dirty="0">
              <a:solidFill>
                <a:schemeClr val="bg1"/>
              </a:solidFill>
            </a:rPr>
            <a:t> </a:t>
          </a:r>
          <a:r>
            <a:rPr lang="en-US" sz="3100" kern="1200" dirty="0" err="1">
              <a:solidFill>
                <a:schemeClr val="bg1"/>
              </a:solidFill>
            </a:rPr>
            <a:t>giải</a:t>
          </a:r>
          <a:r>
            <a:rPr lang="en-US" sz="3100" kern="1200" dirty="0">
              <a:solidFill>
                <a:schemeClr val="bg1"/>
              </a:solidFill>
            </a:rPr>
            <a:t> </a:t>
          </a:r>
          <a:r>
            <a:rPr lang="en-US" sz="3100" kern="1200" dirty="0" err="1">
              <a:solidFill>
                <a:schemeClr val="bg1"/>
              </a:solidFill>
            </a:rPr>
            <a:t>quyết</a:t>
          </a:r>
          <a:r>
            <a:rPr lang="en-US" sz="3100" kern="1200" dirty="0">
              <a:solidFill>
                <a:schemeClr val="bg1"/>
              </a:solidFill>
            </a:rPr>
            <a:t> </a:t>
          </a:r>
          <a:r>
            <a:rPr lang="en-US" sz="3100" kern="1200" dirty="0" err="1">
              <a:solidFill>
                <a:schemeClr val="bg1"/>
              </a:solidFill>
            </a:rPr>
            <a:t>vấn</a:t>
          </a:r>
          <a:r>
            <a:rPr lang="en-US" sz="3100" kern="1200" dirty="0">
              <a:solidFill>
                <a:schemeClr val="bg1"/>
              </a:solidFill>
            </a:rPr>
            <a:t> </a:t>
          </a:r>
          <a:r>
            <a:rPr lang="en-US" sz="3100" kern="1200" dirty="0" err="1">
              <a:solidFill>
                <a:schemeClr val="bg1"/>
              </a:solidFill>
            </a:rPr>
            <a:t>đề</a:t>
          </a:r>
          <a:r>
            <a:rPr lang="en-US" sz="3100" kern="1200" dirty="0">
              <a:solidFill>
                <a:schemeClr val="bg1"/>
              </a:solidFill>
            </a:rPr>
            <a:t>.</a:t>
          </a:r>
        </a:p>
      </dsp:txBody>
      <dsp:txXfrm>
        <a:off x="0" y="2492"/>
        <a:ext cx="6492875" cy="1700138"/>
      </dsp:txXfrm>
    </dsp:sp>
    <dsp:sp modelId="{092A86DC-DBDE-4224-868A-1DB54A0AD6C1}">
      <dsp:nvSpPr>
        <dsp:cNvPr id="0" name=""/>
        <dsp:cNvSpPr/>
      </dsp:nvSpPr>
      <dsp:spPr>
        <a:xfrm>
          <a:off x="0" y="1702630"/>
          <a:ext cx="6492875" cy="0"/>
        </a:xfrm>
        <a:prstGeom prst="line">
          <a:avLst/>
        </a:prstGeom>
        <a:solidFill>
          <a:schemeClr val="accent2">
            <a:hueOff val="-727682"/>
            <a:satOff val="-41964"/>
            <a:lumOff val="4314"/>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547C4A-FD7E-40F2-A8E8-F1ADBD9F1BC9}">
      <dsp:nvSpPr>
        <dsp:cNvPr id="0" name=""/>
        <dsp:cNvSpPr/>
      </dsp:nvSpPr>
      <dsp:spPr>
        <a:xfrm>
          <a:off x="0" y="1702630"/>
          <a:ext cx="6492875"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solidFill>
                <a:schemeClr val="bg1"/>
              </a:solidFill>
            </a:rPr>
            <a:t>2.Nếu </a:t>
          </a:r>
          <a:r>
            <a:rPr lang="en-US" sz="3100" kern="1200" dirty="0" err="1">
              <a:solidFill>
                <a:schemeClr val="bg1"/>
              </a:solidFill>
            </a:rPr>
            <a:t>đơn</a:t>
          </a:r>
          <a:r>
            <a:rPr lang="en-US" sz="3100" kern="1200" dirty="0">
              <a:solidFill>
                <a:schemeClr val="bg1"/>
              </a:solidFill>
            </a:rPr>
            <a:t> </a:t>
          </a:r>
          <a:r>
            <a:rPr lang="en-US" sz="3100" kern="1200" dirty="0" err="1">
              <a:solidFill>
                <a:schemeClr val="bg1"/>
              </a:solidFill>
            </a:rPr>
            <a:t>hàng</a:t>
          </a:r>
          <a:r>
            <a:rPr lang="en-US" sz="3100" kern="1200" dirty="0">
              <a:solidFill>
                <a:schemeClr val="bg1"/>
              </a:solidFill>
            </a:rPr>
            <a:t> </a:t>
          </a:r>
          <a:r>
            <a:rPr lang="en-US" sz="3100" kern="1200" dirty="0" err="1">
              <a:solidFill>
                <a:schemeClr val="bg1"/>
              </a:solidFill>
            </a:rPr>
            <a:t>không</a:t>
          </a:r>
          <a:r>
            <a:rPr lang="en-US" sz="3100" kern="1200" dirty="0">
              <a:solidFill>
                <a:schemeClr val="bg1"/>
              </a:solidFill>
            </a:rPr>
            <a:t> </a:t>
          </a:r>
          <a:r>
            <a:rPr lang="en-US" sz="3100" kern="1200" dirty="0" err="1">
              <a:solidFill>
                <a:schemeClr val="bg1"/>
              </a:solidFill>
            </a:rPr>
            <a:t>bị</a:t>
          </a:r>
          <a:r>
            <a:rPr lang="en-US" sz="3100" kern="1200" dirty="0">
              <a:solidFill>
                <a:schemeClr val="bg1"/>
              </a:solidFill>
            </a:rPr>
            <a:t> </a:t>
          </a:r>
          <a:r>
            <a:rPr lang="en-US" sz="3100" kern="1200" dirty="0" err="1">
              <a:solidFill>
                <a:schemeClr val="bg1"/>
              </a:solidFill>
            </a:rPr>
            <a:t>lỗi</a:t>
          </a:r>
          <a:r>
            <a:rPr lang="en-US" sz="3100" kern="1200" dirty="0">
              <a:solidFill>
                <a:schemeClr val="bg1"/>
              </a:solidFill>
            </a:rPr>
            <a:t> </a:t>
          </a:r>
          <a:r>
            <a:rPr lang="en-US" sz="3100" kern="1200" dirty="0" err="1">
              <a:solidFill>
                <a:schemeClr val="bg1"/>
              </a:solidFill>
            </a:rPr>
            <a:t>thì</a:t>
          </a:r>
          <a:r>
            <a:rPr lang="en-US" sz="3100" kern="1200" dirty="0">
              <a:solidFill>
                <a:schemeClr val="bg1"/>
              </a:solidFill>
            </a:rPr>
            <a:t> </a:t>
          </a:r>
          <a:r>
            <a:rPr lang="en-US" sz="3100" kern="1200" dirty="0" err="1">
              <a:solidFill>
                <a:schemeClr val="bg1"/>
              </a:solidFill>
            </a:rPr>
            <a:t>Quản</a:t>
          </a:r>
          <a:r>
            <a:rPr lang="en-US" sz="3100" kern="1200" dirty="0">
              <a:solidFill>
                <a:schemeClr val="bg1"/>
              </a:solidFill>
            </a:rPr>
            <a:t> </a:t>
          </a:r>
          <a:r>
            <a:rPr lang="en-US" sz="3100" kern="1200" dirty="0" err="1">
              <a:solidFill>
                <a:schemeClr val="bg1"/>
              </a:solidFill>
            </a:rPr>
            <a:t>lí</a:t>
          </a:r>
          <a:r>
            <a:rPr lang="en-US" sz="3100" kern="1200" dirty="0">
              <a:solidFill>
                <a:schemeClr val="bg1"/>
              </a:solidFill>
            </a:rPr>
            <a:t> </a:t>
          </a:r>
          <a:r>
            <a:rPr lang="en-US" sz="3100" kern="1200" dirty="0" err="1">
              <a:solidFill>
                <a:schemeClr val="bg1"/>
              </a:solidFill>
            </a:rPr>
            <a:t>tiến</a:t>
          </a:r>
          <a:r>
            <a:rPr lang="en-US" sz="3100" kern="1200" dirty="0">
              <a:solidFill>
                <a:schemeClr val="bg1"/>
              </a:solidFill>
            </a:rPr>
            <a:t> </a:t>
          </a:r>
          <a:r>
            <a:rPr lang="en-US" sz="3100" kern="1200" dirty="0" err="1">
              <a:solidFill>
                <a:schemeClr val="bg1"/>
              </a:solidFill>
            </a:rPr>
            <a:t>hành</a:t>
          </a:r>
          <a:r>
            <a:rPr lang="en-US" sz="3100" kern="1200" dirty="0">
              <a:solidFill>
                <a:schemeClr val="bg1"/>
              </a:solidFill>
            </a:rPr>
            <a:t> </a:t>
          </a:r>
          <a:r>
            <a:rPr lang="en-US" sz="3100" kern="1200" dirty="0" err="1">
              <a:solidFill>
                <a:schemeClr val="bg1"/>
              </a:solidFill>
            </a:rPr>
            <a:t>nhận</a:t>
          </a:r>
          <a:r>
            <a:rPr lang="en-US" sz="3100" kern="1200" dirty="0">
              <a:solidFill>
                <a:schemeClr val="bg1"/>
              </a:solidFill>
            </a:rPr>
            <a:t> </a:t>
          </a:r>
          <a:r>
            <a:rPr lang="en-US" sz="3100" kern="1200" dirty="0" err="1">
              <a:solidFill>
                <a:schemeClr val="bg1"/>
              </a:solidFill>
            </a:rPr>
            <a:t>đơn</a:t>
          </a:r>
          <a:r>
            <a:rPr lang="en-US" sz="3100" kern="1200" dirty="0">
              <a:solidFill>
                <a:schemeClr val="bg1"/>
              </a:solidFill>
            </a:rPr>
            <a:t> </a:t>
          </a:r>
          <a:r>
            <a:rPr lang="en-US" sz="3100" kern="1200" dirty="0" err="1">
              <a:solidFill>
                <a:schemeClr val="bg1"/>
              </a:solidFill>
            </a:rPr>
            <a:t>hàng</a:t>
          </a:r>
          <a:r>
            <a:rPr lang="en-US" sz="3100" kern="1200" dirty="0">
              <a:solidFill>
                <a:schemeClr val="bg1"/>
              </a:solidFill>
            </a:rPr>
            <a:t>, </a:t>
          </a:r>
          <a:r>
            <a:rPr lang="en-US" sz="3100" kern="1200" dirty="0" err="1">
              <a:solidFill>
                <a:schemeClr val="bg1"/>
              </a:solidFill>
            </a:rPr>
            <a:t>lập</a:t>
          </a:r>
          <a:r>
            <a:rPr lang="en-US" sz="3100" kern="1200" dirty="0">
              <a:solidFill>
                <a:schemeClr val="bg1"/>
              </a:solidFill>
            </a:rPr>
            <a:t> </a:t>
          </a:r>
          <a:r>
            <a:rPr lang="en-US" sz="3100" kern="1200" dirty="0" err="1">
              <a:solidFill>
                <a:schemeClr val="bg1"/>
              </a:solidFill>
            </a:rPr>
            <a:t>phiếu</a:t>
          </a:r>
          <a:r>
            <a:rPr lang="en-US" sz="3100" kern="1200" dirty="0">
              <a:solidFill>
                <a:schemeClr val="bg1"/>
              </a:solidFill>
            </a:rPr>
            <a:t> </a:t>
          </a:r>
          <a:r>
            <a:rPr lang="en-US" sz="3100" kern="1200" dirty="0" err="1">
              <a:solidFill>
                <a:schemeClr val="bg1"/>
              </a:solidFill>
            </a:rPr>
            <a:t>nhập</a:t>
          </a:r>
          <a:r>
            <a:rPr lang="en-US" sz="3100" kern="1200" dirty="0">
              <a:solidFill>
                <a:schemeClr val="bg1"/>
              </a:solidFill>
            </a:rPr>
            <a:t> </a:t>
          </a:r>
          <a:r>
            <a:rPr lang="en-US" sz="3100" kern="1200" dirty="0" err="1">
              <a:solidFill>
                <a:schemeClr val="bg1"/>
              </a:solidFill>
            </a:rPr>
            <a:t>hàng</a:t>
          </a:r>
          <a:r>
            <a:rPr lang="en-US" sz="3100" kern="1200" dirty="0">
              <a:solidFill>
                <a:schemeClr val="bg1"/>
              </a:solidFill>
            </a:rPr>
            <a:t> </a:t>
          </a:r>
          <a:r>
            <a:rPr lang="en-US" sz="3100" kern="1200" dirty="0" err="1">
              <a:solidFill>
                <a:schemeClr val="bg1"/>
              </a:solidFill>
            </a:rPr>
            <a:t>và</a:t>
          </a:r>
          <a:r>
            <a:rPr lang="en-US" sz="3100" kern="1200" dirty="0">
              <a:solidFill>
                <a:schemeClr val="bg1"/>
              </a:solidFill>
            </a:rPr>
            <a:t> </a:t>
          </a:r>
          <a:r>
            <a:rPr lang="en-US" sz="3100" kern="1200" dirty="0" err="1">
              <a:solidFill>
                <a:schemeClr val="bg1"/>
              </a:solidFill>
            </a:rPr>
            <a:t>làm</a:t>
          </a:r>
          <a:r>
            <a:rPr lang="en-US" sz="3100" kern="1200" dirty="0">
              <a:solidFill>
                <a:schemeClr val="bg1"/>
              </a:solidFill>
            </a:rPr>
            <a:t> </a:t>
          </a:r>
          <a:r>
            <a:rPr lang="en-US" sz="3100" kern="1200" dirty="0" err="1">
              <a:solidFill>
                <a:schemeClr val="bg1"/>
              </a:solidFill>
            </a:rPr>
            <a:t>thủ</a:t>
          </a:r>
          <a:r>
            <a:rPr lang="en-US" sz="3100" kern="1200" dirty="0">
              <a:solidFill>
                <a:schemeClr val="bg1"/>
              </a:solidFill>
            </a:rPr>
            <a:t> </a:t>
          </a:r>
          <a:r>
            <a:rPr lang="en-US" sz="3100" kern="1200" dirty="0" err="1">
              <a:solidFill>
                <a:schemeClr val="bg1"/>
              </a:solidFill>
            </a:rPr>
            <a:t>tục</a:t>
          </a:r>
          <a:r>
            <a:rPr lang="en-US" sz="3100" kern="1200" dirty="0">
              <a:solidFill>
                <a:schemeClr val="bg1"/>
              </a:solidFill>
            </a:rPr>
            <a:t> </a:t>
          </a:r>
          <a:r>
            <a:rPr lang="en-US" sz="3100" kern="1200" dirty="0" err="1">
              <a:solidFill>
                <a:schemeClr val="bg1"/>
              </a:solidFill>
            </a:rPr>
            <a:t>nhận</a:t>
          </a:r>
          <a:r>
            <a:rPr lang="en-US" sz="3100" kern="1200" dirty="0">
              <a:solidFill>
                <a:schemeClr val="bg1"/>
              </a:solidFill>
            </a:rPr>
            <a:t> </a:t>
          </a:r>
          <a:r>
            <a:rPr lang="en-US" sz="3100" kern="1200" dirty="0" err="1">
              <a:solidFill>
                <a:schemeClr val="bg1"/>
              </a:solidFill>
            </a:rPr>
            <a:t>hàng</a:t>
          </a:r>
          <a:r>
            <a:rPr lang="en-US" sz="3100" kern="1200" dirty="0">
              <a:solidFill>
                <a:schemeClr val="bg1"/>
              </a:solidFill>
            </a:rPr>
            <a:t>. </a:t>
          </a:r>
        </a:p>
      </dsp:txBody>
      <dsp:txXfrm>
        <a:off x="0" y="1702630"/>
        <a:ext cx="6492875" cy="1700138"/>
      </dsp:txXfrm>
    </dsp:sp>
    <dsp:sp modelId="{5B41E99B-8A9A-44EF-B06A-610A6D7154F3}">
      <dsp:nvSpPr>
        <dsp:cNvPr id="0" name=""/>
        <dsp:cNvSpPr/>
      </dsp:nvSpPr>
      <dsp:spPr>
        <a:xfrm>
          <a:off x="0" y="3402769"/>
          <a:ext cx="6492875"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6D11B3-71BC-4A0D-A438-1D260654BB0F}">
      <dsp:nvSpPr>
        <dsp:cNvPr id="0" name=""/>
        <dsp:cNvSpPr/>
      </dsp:nvSpPr>
      <dsp:spPr>
        <a:xfrm>
          <a:off x="0" y="3402769"/>
          <a:ext cx="6492875"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solidFill>
                <a:schemeClr val="bg1"/>
              </a:solidFill>
            </a:rPr>
            <a:t>3.Sau </a:t>
          </a:r>
          <a:r>
            <a:rPr lang="en-US" sz="3100" kern="1200" dirty="0" err="1">
              <a:solidFill>
                <a:schemeClr val="bg1"/>
              </a:solidFill>
            </a:rPr>
            <a:t>đó</a:t>
          </a:r>
          <a:r>
            <a:rPr lang="en-US" sz="3100" kern="1200" dirty="0">
              <a:solidFill>
                <a:schemeClr val="bg1"/>
              </a:solidFill>
            </a:rPr>
            <a:t> </a:t>
          </a:r>
          <a:r>
            <a:rPr lang="en-US" sz="3100" kern="1200" dirty="0" err="1">
              <a:solidFill>
                <a:schemeClr val="bg1"/>
              </a:solidFill>
            </a:rPr>
            <a:t>thanh</a:t>
          </a:r>
          <a:r>
            <a:rPr lang="en-US" sz="3100" kern="1200" dirty="0">
              <a:solidFill>
                <a:schemeClr val="bg1"/>
              </a:solidFill>
            </a:rPr>
            <a:t> </a:t>
          </a:r>
          <a:r>
            <a:rPr lang="en-US" sz="3100" kern="1200" dirty="0" err="1">
              <a:solidFill>
                <a:schemeClr val="bg1"/>
              </a:solidFill>
            </a:rPr>
            <a:t>toán</a:t>
          </a:r>
          <a:r>
            <a:rPr lang="en-US" sz="3100" kern="1200" dirty="0">
              <a:solidFill>
                <a:schemeClr val="bg1"/>
              </a:solidFill>
            </a:rPr>
            <a:t> </a:t>
          </a:r>
          <a:r>
            <a:rPr lang="en-US" sz="3100" kern="1200" dirty="0" err="1">
              <a:solidFill>
                <a:schemeClr val="bg1"/>
              </a:solidFill>
            </a:rPr>
            <a:t>hóa</a:t>
          </a:r>
          <a:r>
            <a:rPr lang="en-US" sz="3100" kern="1200" dirty="0">
              <a:solidFill>
                <a:schemeClr val="bg1"/>
              </a:solidFill>
            </a:rPr>
            <a:t> </a:t>
          </a:r>
          <a:r>
            <a:rPr lang="en-US" sz="3100" kern="1200" dirty="0" err="1">
              <a:solidFill>
                <a:schemeClr val="bg1"/>
              </a:solidFill>
            </a:rPr>
            <a:t>đơn</a:t>
          </a:r>
          <a:r>
            <a:rPr lang="en-US" sz="3100" kern="1200" dirty="0">
              <a:solidFill>
                <a:schemeClr val="bg1"/>
              </a:solidFill>
            </a:rPr>
            <a:t> </a:t>
          </a:r>
          <a:r>
            <a:rPr lang="en-US" sz="3100" kern="1200" dirty="0" err="1">
              <a:solidFill>
                <a:schemeClr val="bg1"/>
              </a:solidFill>
            </a:rPr>
            <a:t>và</a:t>
          </a:r>
          <a:r>
            <a:rPr lang="en-US" sz="3100" kern="1200" dirty="0">
              <a:solidFill>
                <a:schemeClr val="bg1"/>
              </a:solidFill>
            </a:rPr>
            <a:t> </a:t>
          </a:r>
          <a:r>
            <a:rPr lang="en-US" sz="3100" kern="1200" dirty="0" err="1">
              <a:solidFill>
                <a:schemeClr val="bg1"/>
              </a:solidFill>
            </a:rPr>
            <a:t>đưa</a:t>
          </a:r>
          <a:r>
            <a:rPr lang="en-US" sz="3100" kern="1200" dirty="0">
              <a:solidFill>
                <a:schemeClr val="bg1"/>
              </a:solidFill>
            </a:rPr>
            <a:t> </a:t>
          </a:r>
          <a:r>
            <a:rPr lang="en-US" sz="3100" kern="1200" dirty="0" err="1">
              <a:solidFill>
                <a:schemeClr val="bg1"/>
              </a:solidFill>
            </a:rPr>
            <a:t>hàng</a:t>
          </a:r>
          <a:r>
            <a:rPr lang="en-US" sz="3100" kern="1200" dirty="0">
              <a:solidFill>
                <a:schemeClr val="bg1"/>
              </a:solidFill>
            </a:rPr>
            <a:t> </a:t>
          </a:r>
          <a:r>
            <a:rPr lang="en-US" sz="3100" kern="1200" dirty="0" err="1">
              <a:solidFill>
                <a:schemeClr val="bg1"/>
              </a:solidFill>
            </a:rPr>
            <a:t>vào</a:t>
          </a:r>
          <a:r>
            <a:rPr lang="en-US" sz="3100" kern="1200" dirty="0">
              <a:solidFill>
                <a:schemeClr val="bg1"/>
              </a:solidFill>
            </a:rPr>
            <a:t> </a:t>
          </a:r>
          <a:r>
            <a:rPr lang="en-US" sz="3100" kern="1200" dirty="0" err="1">
              <a:solidFill>
                <a:schemeClr val="bg1"/>
              </a:solidFill>
            </a:rPr>
            <a:t>kho</a:t>
          </a:r>
          <a:r>
            <a:rPr lang="en-US" sz="3100" kern="1200" dirty="0">
              <a:solidFill>
                <a:schemeClr val="bg1"/>
              </a:solidFill>
            </a:rPr>
            <a:t> </a:t>
          </a:r>
          <a:r>
            <a:rPr lang="en-US" sz="3100" kern="1200" dirty="0" err="1">
              <a:solidFill>
                <a:schemeClr val="bg1"/>
              </a:solidFill>
            </a:rPr>
            <a:t>rồi</a:t>
          </a:r>
          <a:r>
            <a:rPr lang="en-US" sz="3100" kern="1200" dirty="0">
              <a:solidFill>
                <a:schemeClr val="bg1"/>
              </a:solidFill>
            </a:rPr>
            <a:t> </a:t>
          </a:r>
          <a:r>
            <a:rPr lang="en-US" sz="3100" kern="1200" dirty="0" err="1">
              <a:solidFill>
                <a:schemeClr val="bg1"/>
              </a:solidFill>
            </a:rPr>
            <a:t>nhập</a:t>
          </a:r>
          <a:r>
            <a:rPr lang="en-US" sz="3100" kern="1200" dirty="0">
              <a:solidFill>
                <a:schemeClr val="bg1"/>
              </a:solidFill>
            </a:rPr>
            <a:t> </a:t>
          </a:r>
          <a:r>
            <a:rPr lang="en-US" sz="3100" kern="1200" dirty="0" err="1">
              <a:solidFill>
                <a:schemeClr val="bg1"/>
              </a:solidFill>
            </a:rPr>
            <a:t>thông</a:t>
          </a:r>
          <a:r>
            <a:rPr lang="en-US" sz="3100" kern="1200" dirty="0">
              <a:solidFill>
                <a:schemeClr val="bg1"/>
              </a:solidFill>
            </a:rPr>
            <a:t> tin </a:t>
          </a:r>
          <a:r>
            <a:rPr lang="en-US" sz="3100" kern="1200" dirty="0" err="1">
              <a:solidFill>
                <a:schemeClr val="bg1"/>
              </a:solidFill>
            </a:rPr>
            <a:t>hoặc</a:t>
          </a:r>
          <a:r>
            <a:rPr lang="en-US" sz="3100" kern="1200" dirty="0">
              <a:solidFill>
                <a:schemeClr val="bg1"/>
              </a:solidFill>
            </a:rPr>
            <a:t> </a:t>
          </a:r>
          <a:r>
            <a:rPr lang="en-US" sz="3100" kern="1200" dirty="0" err="1">
              <a:solidFill>
                <a:schemeClr val="bg1"/>
              </a:solidFill>
            </a:rPr>
            <a:t>bổ</a:t>
          </a:r>
          <a:r>
            <a:rPr lang="en-US" sz="3100" kern="1200" dirty="0">
              <a:solidFill>
                <a:schemeClr val="bg1"/>
              </a:solidFill>
            </a:rPr>
            <a:t> sung </a:t>
          </a:r>
          <a:r>
            <a:rPr lang="en-US" sz="3100" kern="1200" dirty="0" err="1">
              <a:solidFill>
                <a:schemeClr val="bg1"/>
              </a:solidFill>
            </a:rPr>
            <a:t>điện</a:t>
          </a:r>
          <a:r>
            <a:rPr lang="en-US" sz="3100" kern="1200" dirty="0">
              <a:solidFill>
                <a:schemeClr val="bg1"/>
              </a:solidFill>
            </a:rPr>
            <a:t> </a:t>
          </a:r>
          <a:r>
            <a:rPr lang="en-US" sz="3100" kern="1200" dirty="0" err="1">
              <a:solidFill>
                <a:schemeClr val="bg1"/>
              </a:solidFill>
            </a:rPr>
            <a:t>thoại</a:t>
          </a:r>
          <a:r>
            <a:rPr lang="en-US" sz="3100" kern="1200" dirty="0">
              <a:solidFill>
                <a:schemeClr val="bg1"/>
              </a:solidFill>
            </a:rPr>
            <a:t> </a:t>
          </a:r>
          <a:r>
            <a:rPr lang="en-US" sz="3100" kern="1200" dirty="0" err="1">
              <a:solidFill>
                <a:schemeClr val="bg1"/>
              </a:solidFill>
            </a:rPr>
            <a:t>vào</a:t>
          </a:r>
          <a:r>
            <a:rPr lang="en-US" sz="3100" kern="1200" dirty="0">
              <a:solidFill>
                <a:schemeClr val="bg1"/>
              </a:solidFill>
            </a:rPr>
            <a:t> </a:t>
          </a:r>
          <a:r>
            <a:rPr lang="en-US" sz="3100" kern="1200" dirty="0" err="1">
              <a:solidFill>
                <a:schemeClr val="bg1"/>
              </a:solidFill>
            </a:rPr>
            <a:t>phần</a:t>
          </a:r>
          <a:r>
            <a:rPr lang="en-US" sz="3100" kern="1200" dirty="0">
              <a:solidFill>
                <a:schemeClr val="bg1"/>
              </a:solidFill>
            </a:rPr>
            <a:t> </a:t>
          </a:r>
          <a:r>
            <a:rPr lang="en-US" sz="3100" kern="1200" dirty="0" err="1">
              <a:solidFill>
                <a:schemeClr val="bg1"/>
              </a:solidFill>
            </a:rPr>
            <a:t>mềm</a:t>
          </a:r>
          <a:r>
            <a:rPr lang="en-US" sz="3100" kern="1200" dirty="0">
              <a:solidFill>
                <a:schemeClr val="bg1"/>
              </a:solidFill>
            </a:rPr>
            <a:t>.</a:t>
          </a:r>
        </a:p>
      </dsp:txBody>
      <dsp:txXfrm>
        <a:off x="0" y="3402769"/>
        <a:ext cx="6492875" cy="170013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E8AE64-00EB-4F7D-B49F-E96210AF3D89}">
      <dsp:nvSpPr>
        <dsp:cNvPr id="0" name=""/>
        <dsp:cNvSpPr/>
      </dsp:nvSpPr>
      <dsp:spPr>
        <a:xfrm>
          <a:off x="0" y="238349"/>
          <a:ext cx="6492875" cy="14718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dirty="0"/>
            <a:t>1.Khách </a:t>
          </a:r>
          <a:r>
            <a:rPr lang="en-US" sz="3700" kern="1200" dirty="0" err="1"/>
            <a:t>hàng</a:t>
          </a:r>
          <a:r>
            <a:rPr lang="en-US" sz="3700" kern="1200" dirty="0"/>
            <a:t> </a:t>
          </a:r>
          <a:r>
            <a:rPr lang="en-US" sz="3700" kern="1200" dirty="0" err="1"/>
            <a:t>tới</a:t>
          </a:r>
          <a:r>
            <a:rPr lang="en-US" sz="3700" kern="1200" dirty="0"/>
            <a:t> </a:t>
          </a:r>
          <a:r>
            <a:rPr lang="en-US" sz="3700" kern="1200" dirty="0" err="1"/>
            <a:t>quầy</a:t>
          </a:r>
          <a:r>
            <a:rPr lang="en-US" sz="3700" kern="1200" dirty="0"/>
            <a:t> </a:t>
          </a:r>
          <a:r>
            <a:rPr lang="en-US" sz="3700" kern="1200" dirty="0" err="1"/>
            <a:t>thanh</a:t>
          </a:r>
          <a:r>
            <a:rPr lang="en-US" sz="3700" kern="1200" dirty="0"/>
            <a:t> </a:t>
          </a:r>
          <a:r>
            <a:rPr lang="en-US" sz="3700" kern="1200" dirty="0" err="1"/>
            <a:t>toán</a:t>
          </a:r>
          <a:endParaRPr lang="en-US" sz="3700" kern="1200" dirty="0"/>
        </a:p>
      </dsp:txBody>
      <dsp:txXfrm>
        <a:off x="71850" y="310199"/>
        <a:ext cx="6349175" cy="1328160"/>
      </dsp:txXfrm>
    </dsp:sp>
    <dsp:sp modelId="{7E5D93CF-F640-4520-80A1-118E38ECC35F}">
      <dsp:nvSpPr>
        <dsp:cNvPr id="0" name=""/>
        <dsp:cNvSpPr/>
      </dsp:nvSpPr>
      <dsp:spPr>
        <a:xfrm>
          <a:off x="0" y="1816770"/>
          <a:ext cx="6492875" cy="1471860"/>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dirty="0"/>
            <a:t>2.Nhân </a:t>
          </a:r>
          <a:r>
            <a:rPr lang="en-US" sz="3700" kern="1200" dirty="0" err="1"/>
            <a:t>viên</a:t>
          </a:r>
          <a:r>
            <a:rPr lang="en-US" sz="3700" kern="1200" dirty="0"/>
            <a:t> </a:t>
          </a:r>
          <a:r>
            <a:rPr lang="en-US" sz="3700" kern="1200" dirty="0" err="1"/>
            <a:t>bán</a:t>
          </a:r>
          <a:r>
            <a:rPr lang="en-US" sz="3700" kern="1200" dirty="0"/>
            <a:t> </a:t>
          </a:r>
          <a:r>
            <a:rPr lang="en-US" sz="3700" kern="1200" dirty="0" err="1"/>
            <a:t>hàng</a:t>
          </a:r>
          <a:r>
            <a:rPr lang="en-US" sz="3700" kern="1200" dirty="0"/>
            <a:t> </a:t>
          </a:r>
          <a:r>
            <a:rPr lang="en-US" sz="3700" kern="1200" dirty="0" err="1"/>
            <a:t>sẽ</a:t>
          </a:r>
          <a:r>
            <a:rPr lang="en-US" sz="3700" kern="1200" dirty="0"/>
            <a:t> </a:t>
          </a:r>
          <a:r>
            <a:rPr lang="en-US" sz="3700" kern="1200" dirty="0" err="1"/>
            <a:t>quét</a:t>
          </a:r>
          <a:r>
            <a:rPr lang="en-US" sz="3700" kern="1200" dirty="0"/>
            <a:t> </a:t>
          </a:r>
          <a:r>
            <a:rPr lang="en-US" sz="3700" kern="1200" dirty="0" err="1"/>
            <a:t>mã</a:t>
          </a:r>
          <a:r>
            <a:rPr lang="en-US" sz="3700" kern="1200" dirty="0"/>
            <a:t> </a:t>
          </a:r>
          <a:r>
            <a:rPr lang="en-US" sz="3700" kern="1200" dirty="0" err="1"/>
            <a:t>vạch</a:t>
          </a:r>
          <a:r>
            <a:rPr lang="en-US" sz="3700" kern="1200" dirty="0"/>
            <a:t> </a:t>
          </a:r>
          <a:r>
            <a:rPr lang="en-US" sz="3700" kern="1200" dirty="0" err="1"/>
            <a:t>đối</a:t>
          </a:r>
          <a:r>
            <a:rPr lang="en-US" sz="3700" kern="1200" dirty="0"/>
            <a:t> </a:t>
          </a:r>
          <a:r>
            <a:rPr lang="en-US" sz="3700" kern="1200" dirty="0" err="1"/>
            <a:t>với</a:t>
          </a:r>
          <a:r>
            <a:rPr lang="en-US" sz="3700" kern="1200" dirty="0"/>
            <a:t> </a:t>
          </a:r>
          <a:r>
            <a:rPr lang="en-US" sz="3700" kern="1200" dirty="0" err="1"/>
            <a:t>từng</a:t>
          </a:r>
          <a:r>
            <a:rPr lang="en-US" sz="3700" kern="1200" dirty="0"/>
            <a:t> </a:t>
          </a:r>
          <a:r>
            <a:rPr lang="en-US" sz="3700" kern="1200" dirty="0" err="1"/>
            <a:t>điện</a:t>
          </a:r>
          <a:r>
            <a:rPr lang="en-US" sz="3700" kern="1200" dirty="0"/>
            <a:t> </a:t>
          </a:r>
          <a:r>
            <a:rPr lang="en-US" sz="3700" kern="1200" dirty="0" err="1"/>
            <a:t>thoại</a:t>
          </a:r>
          <a:endParaRPr lang="en-US" sz="3700" kern="1200" dirty="0"/>
        </a:p>
      </dsp:txBody>
      <dsp:txXfrm>
        <a:off x="71850" y="1888620"/>
        <a:ext cx="6349175" cy="1328160"/>
      </dsp:txXfrm>
    </dsp:sp>
    <dsp:sp modelId="{D5CFB2D0-01A4-40C4-842A-114819FB4A1B}">
      <dsp:nvSpPr>
        <dsp:cNvPr id="0" name=""/>
        <dsp:cNvSpPr/>
      </dsp:nvSpPr>
      <dsp:spPr>
        <a:xfrm>
          <a:off x="0" y="3395190"/>
          <a:ext cx="6492875" cy="147186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dirty="0"/>
            <a:t>3.In </a:t>
          </a:r>
          <a:r>
            <a:rPr lang="en-US" sz="3700" kern="1200" dirty="0" err="1"/>
            <a:t>hóa</a:t>
          </a:r>
          <a:r>
            <a:rPr lang="en-US" sz="3700" kern="1200" dirty="0"/>
            <a:t> </a:t>
          </a:r>
          <a:r>
            <a:rPr lang="en-US" sz="3700" kern="1200" dirty="0" err="1"/>
            <a:t>đơn</a:t>
          </a:r>
          <a:r>
            <a:rPr lang="en-US" sz="3700" kern="1200" dirty="0"/>
            <a:t> </a:t>
          </a:r>
          <a:r>
            <a:rPr lang="en-US" sz="3700" kern="1200" dirty="0" err="1"/>
            <a:t>cho</a:t>
          </a:r>
          <a:r>
            <a:rPr lang="en-US" sz="3700" kern="1200" dirty="0"/>
            <a:t> </a:t>
          </a:r>
          <a:r>
            <a:rPr lang="en-US" sz="3700" kern="1200" dirty="0" err="1"/>
            <a:t>khách</a:t>
          </a:r>
          <a:r>
            <a:rPr lang="en-US" sz="3700" kern="1200" dirty="0"/>
            <a:t> </a:t>
          </a:r>
          <a:r>
            <a:rPr lang="en-US" sz="3700" kern="1200" dirty="0" err="1"/>
            <a:t>hàng</a:t>
          </a:r>
          <a:r>
            <a:rPr lang="en-US" sz="3700" kern="1200" dirty="0"/>
            <a:t> </a:t>
          </a:r>
          <a:r>
            <a:rPr lang="en-US" sz="3700" kern="1200" dirty="0" err="1"/>
            <a:t>và</a:t>
          </a:r>
          <a:r>
            <a:rPr lang="en-US" sz="3700" kern="1200" dirty="0"/>
            <a:t> </a:t>
          </a:r>
          <a:r>
            <a:rPr lang="en-US" sz="3700" kern="1200" dirty="0" err="1"/>
            <a:t>thu</a:t>
          </a:r>
          <a:r>
            <a:rPr lang="en-US" sz="3700" kern="1200" dirty="0"/>
            <a:t> </a:t>
          </a:r>
          <a:r>
            <a:rPr lang="en-US" sz="3700" kern="1200" dirty="0" err="1"/>
            <a:t>nhận</a:t>
          </a:r>
          <a:r>
            <a:rPr lang="en-US" sz="3700" kern="1200" dirty="0"/>
            <a:t> </a:t>
          </a:r>
          <a:r>
            <a:rPr lang="en-US" sz="3700" kern="1200" dirty="0" err="1"/>
            <a:t>tiền</a:t>
          </a:r>
          <a:r>
            <a:rPr lang="en-US" sz="3700" kern="1200" dirty="0"/>
            <a:t> </a:t>
          </a:r>
          <a:r>
            <a:rPr lang="en-US" sz="3700" kern="1200" dirty="0" err="1"/>
            <a:t>từ</a:t>
          </a:r>
          <a:r>
            <a:rPr lang="en-US" sz="3700" kern="1200" dirty="0"/>
            <a:t> </a:t>
          </a:r>
          <a:r>
            <a:rPr lang="en-US" sz="3700" kern="1200" dirty="0" err="1"/>
            <a:t>khách</a:t>
          </a:r>
          <a:r>
            <a:rPr lang="en-US" sz="3700" kern="1200" dirty="0"/>
            <a:t> </a:t>
          </a:r>
          <a:r>
            <a:rPr lang="en-US" sz="3700" kern="1200" dirty="0" err="1"/>
            <a:t>hàng</a:t>
          </a:r>
          <a:endParaRPr lang="en-US" sz="3700" kern="1200" dirty="0"/>
        </a:p>
      </dsp:txBody>
      <dsp:txXfrm>
        <a:off x="71850" y="3467040"/>
        <a:ext cx="6349175" cy="132816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80C798DE-BD78-F34D-B9E9-DC0FB17D15C4}"/>
              </a:ext>
            </a:extLst>
          </p:cNvPr>
          <p:cNvSpPr>
            <a:spLocks noGrp="1"/>
          </p:cNvSpPr>
          <p:nvPr>
            <p:ph type="ctrTitle"/>
          </p:nvPr>
        </p:nvSpPr>
        <p:spPr>
          <a:xfrm>
            <a:off x="1524000" y="1122363"/>
            <a:ext cx="9144000" cy="2387600"/>
          </a:xfrm>
        </p:spPr>
        <p:txBody>
          <a:bodyPr anchor="b"/>
          <a:lstStyle>
            <a:lvl1pPr algn="ctr">
              <a:defRPr sz="6000"/>
            </a:lvl1pPr>
          </a:lstStyle>
          <a:p>
            <a:r>
              <a:rPr lang="vi-VN"/>
              <a:t>Bấm để sửa kiểu tiêu đề Bản cái</a:t>
            </a:r>
            <a:endParaRPr lang="en-US"/>
          </a:p>
        </p:txBody>
      </p:sp>
      <p:sp>
        <p:nvSpPr>
          <p:cNvPr id="3" name="Tiêu đề phụ 2">
            <a:extLst>
              <a:ext uri="{FF2B5EF4-FFF2-40B4-BE49-F238E27FC236}">
                <a16:creationId xmlns:a16="http://schemas.microsoft.com/office/drawing/2014/main" id="{D452782C-758F-7305-018A-90C5225060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t>Bấm để chỉnh sửa kiểu tiêu đề phụ của Bản cái</a:t>
            </a:r>
            <a:endParaRPr lang="en-US"/>
          </a:p>
        </p:txBody>
      </p:sp>
      <p:sp>
        <p:nvSpPr>
          <p:cNvPr id="4" name="Chỗ dành sẵn cho Ngày tháng 3">
            <a:extLst>
              <a:ext uri="{FF2B5EF4-FFF2-40B4-BE49-F238E27FC236}">
                <a16:creationId xmlns:a16="http://schemas.microsoft.com/office/drawing/2014/main" id="{D3B8A34C-D8FA-6FFE-1776-1185CCF61ED0}"/>
              </a:ext>
            </a:extLst>
          </p:cNvPr>
          <p:cNvSpPr>
            <a:spLocks noGrp="1"/>
          </p:cNvSpPr>
          <p:nvPr>
            <p:ph type="dt" sz="half" idx="10"/>
          </p:nvPr>
        </p:nvSpPr>
        <p:spPr/>
        <p:txBody>
          <a:bodyPr/>
          <a:lstStyle/>
          <a:p>
            <a:fld id="{224A3F7D-D42D-4C69-ABF2-8BD9FA0F1B67}" type="datetimeFigureOut">
              <a:rPr lang="en-US" smtClean="0"/>
              <a:t>5/31/2022</a:t>
            </a:fld>
            <a:endParaRPr lang="en-US"/>
          </a:p>
        </p:txBody>
      </p:sp>
      <p:sp>
        <p:nvSpPr>
          <p:cNvPr id="5" name="Chỗ dành sẵn cho Chân trang 4">
            <a:extLst>
              <a:ext uri="{FF2B5EF4-FFF2-40B4-BE49-F238E27FC236}">
                <a16:creationId xmlns:a16="http://schemas.microsoft.com/office/drawing/2014/main" id="{1E2B8BA0-ECB0-0D25-5CD1-FD69AF9C81BF}"/>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39A5109B-6713-26BF-DCB0-AD5FE3C54B9F}"/>
              </a:ext>
            </a:extLst>
          </p:cNvPr>
          <p:cNvSpPr>
            <a:spLocks noGrp="1"/>
          </p:cNvSpPr>
          <p:nvPr>
            <p:ph type="sldNum" sz="quarter" idx="12"/>
          </p:nvPr>
        </p:nvSpPr>
        <p:spPr/>
        <p:txBody>
          <a:bodyPr/>
          <a:lstStyle/>
          <a:p>
            <a:fld id="{BC4F5BA0-C755-46C0-8F56-24CEDB51D8D3}" type="slidenum">
              <a:rPr lang="en-US" smtClean="0"/>
              <a:t>‹#›</a:t>
            </a:fld>
            <a:endParaRPr lang="en-US"/>
          </a:p>
        </p:txBody>
      </p:sp>
    </p:spTree>
    <p:extLst>
      <p:ext uri="{BB962C8B-B14F-4D97-AF65-F5344CB8AC3E}">
        <p14:creationId xmlns:p14="http://schemas.microsoft.com/office/powerpoint/2010/main" val="3658278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E4AE371-6B29-84BC-52B1-861CD2FDA6A2}"/>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60C6C934-8728-6939-639A-31D7703F8A34}"/>
              </a:ext>
            </a:extLst>
          </p:cNvPr>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C146FCB8-5325-FA38-8691-2807ED37F7AF}"/>
              </a:ext>
            </a:extLst>
          </p:cNvPr>
          <p:cNvSpPr>
            <a:spLocks noGrp="1"/>
          </p:cNvSpPr>
          <p:nvPr>
            <p:ph type="dt" sz="half" idx="10"/>
          </p:nvPr>
        </p:nvSpPr>
        <p:spPr/>
        <p:txBody>
          <a:bodyPr/>
          <a:lstStyle/>
          <a:p>
            <a:fld id="{224A3F7D-D42D-4C69-ABF2-8BD9FA0F1B67}" type="datetimeFigureOut">
              <a:rPr lang="en-US" smtClean="0"/>
              <a:t>5/31/2022</a:t>
            </a:fld>
            <a:endParaRPr lang="en-US"/>
          </a:p>
        </p:txBody>
      </p:sp>
      <p:sp>
        <p:nvSpPr>
          <p:cNvPr id="5" name="Chỗ dành sẵn cho Chân trang 4">
            <a:extLst>
              <a:ext uri="{FF2B5EF4-FFF2-40B4-BE49-F238E27FC236}">
                <a16:creationId xmlns:a16="http://schemas.microsoft.com/office/drawing/2014/main" id="{DFE4CAF5-F4CA-53AC-28AE-3A87C1EC8E01}"/>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8018E419-A49E-E9E7-E492-0D874A6A6DAB}"/>
              </a:ext>
            </a:extLst>
          </p:cNvPr>
          <p:cNvSpPr>
            <a:spLocks noGrp="1"/>
          </p:cNvSpPr>
          <p:nvPr>
            <p:ph type="sldNum" sz="quarter" idx="12"/>
          </p:nvPr>
        </p:nvSpPr>
        <p:spPr/>
        <p:txBody>
          <a:bodyPr/>
          <a:lstStyle/>
          <a:p>
            <a:fld id="{BC4F5BA0-C755-46C0-8F56-24CEDB51D8D3}" type="slidenum">
              <a:rPr lang="en-US" smtClean="0"/>
              <a:t>‹#›</a:t>
            </a:fld>
            <a:endParaRPr lang="en-US"/>
          </a:p>
        </p:txBody>
      </p:sp>
    </p:spTree>
    <p:extLst>
      <p:ext uri="{BB962C8B-B14F-4D97-AF65-F5344CB8AC3E}">
        <p14:creationId xmlns:p14="http://schemas.microsoft.com/office/powerpoint/2010/main" val="1290828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0C8E3B74-E219-CDCE-F087-426A4FFA58C5}"/>
              </a:ext>
            </a:extLst>
          </p:cNvPr>
          <p:cNvSpPr>
            <a:spLocks noGrp="1"/>
          </p:cNvSpPr>
          <p:nvPr>
            <p:ph type="title"/>
          </p:nvPr>
        </p:nvSpPr>
        <p:spPr>
          <a:xfrm>
            <a:off x="831850" y="1709738"/>
            <a:ext cx="10515600" cy="2852737"/>
          </a:xfrm>
        </p:spPr>
        <p:txBody>
          <a:bodyPr anchor="b"/>
          <a:lstStyle>
            <a:lvl1pPr>
              <a:defRPr sz="6000"/>
            </a:lvl1p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1432180D-97D6-80B9-CB24-E35DE61E2CD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vi-VN"/>
              <a:t>Bấm để chỉnh sửa kiểu văn bản của Bản cái</a:t>
            </a:r>
          </a:p>
        </p:txBody>
      </p:sp>
      <p:sp>
        <p:nvSpPr>
          <p:cNvPr id="4" name="Chỗ dành sẵn cho Ngày tháng 3">
            <a:extLst>
              <a:ext uri="{FF2B5EF4-FFF2-40B4-BE49-F238E27FC236}">
                <a16:creationId xmlns:a16="http://schemas.microsoft.com/office/drawing/2014/main" id="{044BE5D9-9789-C5E5-A2FF-FC7E2945C505}"/>
              </a:ext>
            </a:extLst>
          </p:cNvPr>
          <p:cNvSpPr>
            <a:spLocks noGrp="1"/>
          </p:cNvSpPr>
          <p:nvPr>
            <p:ph type="dt" sz="half" idx="10"/>
          </p:nvPr>
        </p:nvSpPr>
        <p:spPr/>
        <p:txBody>
          <a:bodyPr/>
          <a:lstStyle/>
          <a:p>
            <a:fld id="{224A3F7D-D42D-4C69-ABF2-8BD9FA0F1B67}" type="datetimeFigureOut">
              <a:rPr lang="en-US" smtClean="0"/>
              <a:t>5/31/2022</a:t>
            </a:fld>
            <a:endParaRPr lang="en-US"/>
          </a:p>
        </p:txBody>
      </p:sp>
      <p:sp>
        <p:nvSpPr>
          <p:cNvPr id="5" name="Chỗ dành sẵn cho Chân trang 4">
            <a:extLst>
              <a:ext uri="{FF2B5EF4-FFF2-40B4-BE49-F238E27FC236}">
                <a16:creationId xmlns:a16="http://schemas.microsoft.com/office/drawing/2014/main" id="{3D693935-E4A0-6728-4DAD-6BBB1385112F}"/>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80AF882B-BECE-ED3C-9B78-54B9152812B9}"/>
              </a:ext>
            </a:extLst>
          </p:cNvPr>
          <p:cNvSpPr>
            <a:spLocks noGrp="1"/>
          </p:cNvSpPr>
          <p:nvPr>
            <p:ph type="sldNum" sz="quarter" idx="12"/>
          </p:nvPr>
        </p:nvSpPr>
        <p:spPr/>
        <p:txBody>
          <a:bodyPr/>
          <a:lstStyle/>
          <a:p>
            <a:fld id="{BC4F5BA0-C755-46C0-8F56-24CEDB51D8D3}" type="slidenum">
              <a:rPr lang="en-US" smtClean="0"/>
              <a:t>‹#›</a:t>
            </a:fld>
            <a:endParaRPr lang="en-US"/>
          </a:p>
        </p:txBody>
      </p:sp>
    </p:spTree>
    <p:extLst>
      <p:ext uri="{BB962C8B-B14F-4D97-AF65-F5344CB8AC3E}">
        <p14:creationId xmlns:p14="http://schemas.microsoft.com/office/powerpoint/2010/main" val="1674441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E18800A3-63A0-AA72-658B-275928C15AF9}"/>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C705D73E-026A-1764-1838-702B6CAA91EC}"/>
              </a:ext>
            </a:extLst>
          </p:cNvPr>
          <p:cNvSpPr>
            <a:spLocks noGrp="1"/>
          </p:cNvSpPr>
          <p:nvPr>
            <p:ph sz="half" idx="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ội dung 3">
            <a:extLst>
              <a:ext uri="{FF2B5EF4-FFF2-40B4-BE49-F238E27FC236}">
                <a16:creationId xmlns:a16="http://schemas.microsoft.com/office/drawing/2014/main" id="{31E31154-C22F-E76C-ADE5-510DF5C33B2A}"/>
              </a:ext>
            </a:extLst>
          </p:cNvPr>
          <p:cNvSpPr>
            <a:spLocks noGrp="1"/>
          </p:cNvSpPr>
          <p:nvPr>
            <p:ph sz="half" idx="2"/>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Ngày tháng 4">
            <a:extLst>
              <a:ext uri="{FF2B5EF4-FFF2-40B4-BE49-F238E27FC236}">
                <a16:creationId xmlns:a16="http://schemas.microsoft.com/office/drawing/2014/main" id="{C6CC71DD-42C4-465A-E50E-A65D7D7D294C}"/>
              </a:ext>
            </a:extLst>
          </p:cNvPr>
          <p:cNvSpPr>
            <a:spLocks noGrp="1"/>
          </p:cNvSpPr>
          <p:nvPr>
            <p:ph type="dt" sz="half" idx="10"/>
          </p:nvPr>
        </p:nvSpPr>
        <p:spPr/>
        <p:txBody>
          <a:bodyPr/>
          <a:lstStyle/>
          <a:p>
            <a:fld id="{224A3F7D-D42D-4C69-ABF2-8BD9FA0F1B67}" type="datetimeFigureOut">
              <a:rPr lang="en-US" smtClean="0"/>
              <a:t>5/31/2022</a:t>
            </a:fld>
            <a:endParaRPr lang="en-US"/>
          </a:p>
        </p:txBody>
      </p:sp>
      <p:sp>
        <p:nvSpPr>
          <p:cNvPr id="6" name="Chỗ dành sẵn cho Chân trang 5">
            <a:extLst>
              <a:ext uri="{FF2B5EF4-FFF2-40B4-BE49-F238E27FC236}">
                <a16:creationId xmlns:a16="http://schemas.microsoft.com/office/drawing/2014/main" id="{AE8F8EFE-B0EB-CA20-D65A-BA13B58CCF43}"/>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E1AEEDF1-5664-6DB8-562B-DAF549455FFA}"/>
              </a:ext>
            </a:extLst>
          </p:cNvPr>
          <p:cNvSpPr>
            <a:spLocks noGrp="1"/>
          </p:cNvSpPr>
          <p:nvPr>
            <p:ph type="sldNum" sz="quarter" idx="12"/>
          </p:nvPr>
        </p:nvSpPr>
        <p:spPr/>
        <p:txBody>
          <a:bodyPr/>
          <a:lstStyle/>
          <a:p>
            <a:fld id="{BC4F5BA0-C755-46C0-8F56-24CEDB51D8D3}" type="slidenum">
              <a:rPr lang="en-US" smtClean="0"/>
              <a:t>‹#›</a:t>
            </a:fld>
            <a:endParaRPr lang="en-US"/>
          </a:p>
        </p:txBody>
      </p:sp>
    </p:spTree>
    <p:extLst>
      <p:ext uri="{BB962C8B-B14F-4D97-AF65-F5344CB8AC3E}">
        <p14:creationId xmlns:p14="http://schemas.microsoft.com/office/powerpoint/2010/main" val="1262367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7EA2AE2-6793-AC75-B898-7183185D48BC}"/>
              </a:ext>
            </a:extLst>
          </p:cNvPr>
          <p:cNvSpPr>
            <a:spLocks noGrp="1"/>
          </p:cNvSpPr>
          <p:nvPr>
            <p:ph type="title"/>
          </p:nvPr>
        </p:nvSpPr>
        <p:spPr>
          <a:xfrm>
            <a:off x="839788" y="365125"/>
            <a:ext cx="10515600" cy="1325563"/>
          </a:xfrm>
        </p:spPr>
        <p:txBody>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79E37116-E4A4-E69C-8536-8AB996EAAF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hỗ dành sẵn cho Nội dung 3">
            <a:extLst>
              <a:ext uri="{FF2B5EF4-FFF2-40B4-BE49-F238E27FC236}">
                <a16:creationId xmlns:a16="http://schemas.microsoft.com/office/drawing/2014/main" id="{B316F885-33D0-E42D-A80D-D33D2BFF8093}"/>
              </a:ext>
            </a:extLst>
          </p:cNvPr>
          <p:cNvSpPr>
            <a:spLocks noGrp="1"/>
          </p:cNvSpPr>
          <p:nvPr>
            <p:ph sz="half" idx="2"/>
          </p:nvPr>
        </p:nvSpPr>
        <p:spPr>
          <a:xfrm>
            <a:off x="839788"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Văn bản 4">
            <a:extLst>
              <a:ext uri="{FF2B5EF4-FFF2-40B4-BE49-F238E27FC236}">
                <a16:creationId xmlns:a16="http://schemas.microsoft.com/office/drawing/2014/main" id="{6124079F-2E5F-5A61-9F4C-D2687BD430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hỗ dành sẵn cho Nội dung 5">
            <a:extLst>
              <a:ext uri="{FF2B5EF4-FFF2-40B4-BE49-F238E27FC236}">
                <a16:creationId xmlns:a16="http://schemas.microsoft.com/office/drawing/2014/main" id="{0CC5CFD0-8B44-4046-8E17-FE27CA42C8DE}"/>
              </a:ext>
            </a:extLst>
          </p:cNvPr>
          <p:cNvSpPr>
            <a:spLocks noGrp="1"/>
          </p:cNvSpPr>
          <p:nvPr>
            <p:ph sz="quarter" idx="4"/>
          </p:nvPr>
        </p:nvSpPr>
        <p:spPr>
          <a:xfrm>
            <a:off x="6172200"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7" name="Chỗ dành sẵn cho Ngày tháng 6">
            <a:extLst>
              <a:ext uri="{FF2B5EF4-FFF2-40B4-BE49-F238E27FC236}">
                <a16:creationId xmlns:a16="http://schemas.microsoft.com/office/drawing/2014/main" id="{2D820684-22E1-84F4-C61E-241BA2683C75}"/>
              </a:ext>
            </a:extLst>
          </p:cNvPr>
          <p:cNvSpPr>
            <a:spLocks noGrp="1"/>
          </p:cNvSpPr>
          <p:nvPr>
            <p:ph type="dt" sz="half" idx="10"/>
          </p:nvPr>
        </p:nvSpPr>
        <p:spPr/>
        <p:txBody>
          <a:bodyPr/>
          <a:lstStyle/>
          <a:p>
            <a:fld id="{224A3F7D-D42D-4C69-ABF2-8BD9FA0F1B67}" type="datetimeFigureOut">
              <a:rPr lang="en-US" smtClean="0"/>
              <a:t>5/31/2022</a:t>
            </a:fld>
            <a:endParaRPr lang="en-US"/>
          </a:p>
        </p:txBody>
      </p:sp>
      <p:sp>
        <p:nvSpPr>
          <p:cNvPr id="8" name="Chỗ dành sẵn cho Chân trang 7">
            <a:extLst>
              <a:ext uri="{FF2B5EF4-FFF2-40B4-BE49-F238E27FC236}">
                <a16:creationId xmlns:a16="http://schemas.microsoft.com/office/drawing/2014/main" id="{4EAF0267-512B-7F80-36D4-87F98EC3DCF9}"/>
              </a:ext>
            </a:extLst>
          </p:cNvPr>
          <p:cNvSpPr>
            <a:spLocks noGrp="1"/>
          </p:cNvSpPr>
          <p:nvPr>
            <p:ph type="ftr" sz="quarter" idx="11"/>
          </p:nvPr>
        </p:nvSpPr>
        <p:spPr/>
        <p:txBody>
          <a:bodyPr/>
          <a:lstStyle/>
          <a:p>
            <a:endParaRPr lang="en-US"/>
          </a:p>
        </p:txBody>
      </p:sp>
      <p:sp>
        <p:nvSpPr>
          <p:cNvPr id="9" name="Chỗ dành sẵn cho Số hiệu Bản chiếu 8">
            <a:extLst>
              <a:ext uri="{FF2B5EF4-FFF2-40B4-BE49-F238E27FC236}">
                <a16:creationId xmlns:a16="http://schemas.microsoft.com/office/drawing/2014/main" id="{ECEE1DBC-9E50-D58B-6E30-348F65430167}"/>
              </a:ext>
            </a:extLst>
          </p:cNvPr>
          <p:cNvSpPr>
            <a:spLocks noGrp="1"/>
          </p:cNvSpPr>
          <p:nvPr>
            <p:ph type="sldNum" sz="quarter" idx="12"/>
          </p:nvPr>
        </p:nvSpPr>
        <p:spPr/>
        <p:txBody>
          <a:bodyPr/>
          <a:lstStyle/>
          <a:p>
            <a:fld id="{BC4F5BA0-C755-46C0-8F56-24CEDB51D8D3}" type="slidenum">
              <a:rPr lang="en-US" smtClean="0"/>
              <a:t>‹#›</a:t>
            </a:fld>
            <a:endParaRPr lang="en-US"/>
          </a:p>
        </p:txBody>
      </p:sp>
    </p:spTree>
    <p:extLst>
      <p:ext uri="{BB962C8B-B14F-4D97-AF65-F5344CB8AC3E}">
        <p14:creationId xmlns:p14="http://schemas.microsoft.com/office/powerpoint/2010/main" val="3660892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16B5395-57E8-041A-2EDD-FCB7D6016BD6}"/>
              </a:ext>
            </a:extLst>
          </p:cNvPr>
          <p:cNvSpPr>
            <a:spLocks noGrp="1"/>
          </p:cNvSpPr>
          <p:nvPr>
            <p:ph type="title"/>
          </p:nvPr>
        </p:nvSpPr>
        <p:spPr/>
        <p:txBody>
          <a:bodyPr/>
          <a:lstStyle/>
          <a:p>
            <a:r>
              <a:rPr lang="vi-VN"/>
              <a:t>Bấm để sửa kiểu tiêu đề Bản cái</a:t>
            </a:r>
            <a:endParaRPr lang="en-US"/>
          </a:p>
        </p:txBody>
      </p:sp>
      <p:sp>
        <p:nvSpPr>
          <p:cNvPr id="3" name="Chỗ dành sẵn cho Ngày tháng 2">
            <a:extLst>
              <a:ext uri="{FF2B5EF4-FFF2-40B4-BE49-F238E27FC236}">
                <a16:creationId xmlns:a16="http://schemas.microsoft.com/office/drawing/2014/main" id="{3B7230E0-A273-A255-D157-9CE3FB3BF2A8}"/>
              </a:ext>
            </a:extLst>
          </p:cNvPr>
          <p:cNvSpPr>
            <a:spLocks noGrp="1"/>
          </p:cNvSpPr>
          <p:nvPr>
            <p:ph type="dt" sz="half" idx="10"/>
          </p:nvPr>
        </p:nvSpPr>
        <p:spPr/>
        <p:txBody>
          <a:bodyPr/>
          <a:lstStyle/>
          <a:p>
            <a:fld id="{224A3F7D-D42D-4C69-ABF2-8BD9FA0F1B67}" type="datetimeFigureOut">
              <a:rPr lang="en-US" smtClean="0"/>
              <a:t>5/31/2022</a:t>
            </a:fld>
            <a:endParaRPr lang="en-US"/>
          </a:p>
        </p:txBody>
      </p:sp>
      <p:sp>
        <p:nvSpPr>
          <p:cNvPr id="4" name="Chỗ dành sẵn cho Chân trang 3">
            <a:extLst>
              <a:ext uri="{FF2B5EF4-FFF2-40B4-BE49-F238E27FC236}">
                <a16:creationId xmlns:a16="http://schemas.microsoft.com/office/drawing/2014/main" id="{05443D24-00B7-27D0-6116-9D9FBD6AA117}"/>
              </a:ext>
            </a:extLst>
          </p:cNvPr>
          <p:cNvSpPr>
            <a:spLocks noGrp="1"/>
          </p:cNvSpPr>
          <p:nvPr>
            <p:ph type="ftr" sz="quarter" idx="11"/>
          </p:nvPr>
        </p:nvSpPr>
        <p:spPr/>
        <p:txBody>
          <a:bodyPr/>
          <a:lstStyle/>
          <a:p>
            <a:endParaRPr lang="en-US"/>
          </a:p>
        </p:txBody>
      </p:sp>
      <p:sp>
        <p:nvSpPr>
          <p:cNvPr id="5" name="Chỗ dành sẵn cho Số hiệu Bản chiếu 4">
            <a:extLst>
              <a:ext uri="{FF2B5EF4-FFF2-40B4-BE49-F238E27FC236}">
                <a16:creationId xmlns:a16="http://schemas.microsoft.com/office/drawing/2014/main" id="{8F33E3CC-6D00-24B6-4A79-283CD657A459}"/>
              </a:ext>
            </a:extLst>
          </p:cNvPr>
          <p:cNvSpPr>
            <a:spLocks noGrp="1"/>
          </p:cNvSpPr>
          <p:nvPr>
            <p:ph type="sldNum" sz="quarter" idx="12"/>
          </p:nvPr>
        </p:nvSpPr>
        <p:spPr/>
        <p:txBody>
          <a:bodyPr/>
          <a:lstStyle/>
          <a:p>
            <a:fld id="{BC4F5BA0-C755-46C0-8F56-24CEDB51D8D3}" type="slidenum">
              <a:rPr lang="en-US" smtClean="0"/>
              <a:t>‹#›</a:t>
            </a:fld>
            <a:endParaRPr lang="en-US"/>
          </a:p>
        </p:txBody>
      </p:sp>
    </p:spTree>
    <p:extLst>
      <p:ext uri="{BB962C8B-B14F-4D97-AF65-F5344CB8AC3E}">
        <p14:creationId xmlns:p14="http://schemas.microsoft.com/office/powerpoint/2010/main" val="39038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a:extLst>
              <a:ext uri="{FF2B5EF4-FFF2-40B4-BE49-F238E27FC236}">
                <a16:creationId xmlns:a16="http://schemas.microsoft.com/office/drawing/2014/main" id="{A7EF64EA-FB5A-8323-2246-977AF9F463C9}"/>
              </a:ext>
            </a:extLst>
          </p:cNvPr>
          <p:cNvSpPr>
            <a:spLocks noGrp="1"/>
          </p:cNvSpPr>
          <p:nvPr>
            <p:ph type="dt" sz="half" idx="10"/>
          </p:nvPr>
        </p:nvSpPr>
        <p:spPr/>
        <p:txBody>
          <a:bodyPr/>
          <a:lstStyle/>
          <a:p>
            <a:fld id="{224A3F7D-D42D-4C69-ABF2-8BD9FA0F1B67}" type="datetimeFigureOut">
              <a:rPr lang="en-US" smtClean="0"/>
              <a:t>5/31/2022</a:t>
            </a:fld>
            <a:endParaRPr lang="en-US"/>
          </a:p>
        </p:txBody>
      </p:sp>
      <p:sp>
        <p:nvSpPr>
          <p:cNvPr id="3" name="Chỗ dành sẵn cho Chân trang 2">
            <a:extLst>
              <a:ext uri="{FF2B5EF4-FFF2-40B4-BE49-F238E27FC236}">
                <a16:creationId xmlns:a16="http://schemas.microsoft.com/office/drawing/2014/main" id="{895A7A4C-4756-B3C0-7C14-43E5169AD9F1}"/>
              </a:ext>
            </a:extLst>
          </p:cNvPr>
          <p:cNvSpPr>
            <a:spLocks noGrp="1"/>
          </p:cNvSpPr>
          <p:nvPr>
            <p:ph type="ftr" sz="quarter" idx="11"/>
          </p:nvPr>
        </p:nvSpPr>
        <p:spPr/>
        <p:txBody>
          <a:bodyPr/>
          <a:lstStyle/>
          <a:p>
            <a:endParaRPr lang="en-US"/>
          </a:p>
        </p:txBody>
      </p:sp>
      <p:sp>
        <p:nvSpPr>
          <p:cNvPr id="4" name="Chỗ dành sẵn cho Số hiệu Bản chiếu 3">
            <a:extLst>
              <a:ext uri="{FF2B5EF4-FFF2-40B4-BE49-F238E27FC236}">
                <a16:creationId xmlns:a16="http://schemas.microsoft.com/office/drawing/2014/main" id="{BEEF0BCC-4DF8-D10E-5FDA-07561C89BBBE}"/>
              </a:ext>
            </a:extLst>
          </p:cNvPr>
          <p:cNvSpPr>
            <a:spLocks noGrp="1"/>
          </p:cNvSpPr>
          <p:nvPr>
            <p:ph type="sldNum" sz="quarter" idx="12"/>
          </p:nvPr>
        </p:nvSpPr>
        <p:spPr/>
        <p:txBody>
          <a:bodyPr/>
          <a:lstStyle/>
          <a:p>
            <a:fld id="{BC4F5BA0-C755-46C0-8F56-24CEDB51D8D3}" type="slidenum">
              <a:rPr lang="en-US" smtClean="0"/>
              <a:t>‹#›</a:t>
            </a:fld>
            <a:endParaRPr lang="en-US"/>
          </a:p>
        </p:txBody>
      </p:sp>
    </p:spTree>
    <p:extLst>
      <p:ext uri="{BB962C8B-B14F-4D97-AF65-F5344CB8AC3E}">
        <p14:creationId xmlns:p14="http://schemas.microsoft.com/office/powerpoint/2010/main" val="4422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7CFEF9E0-9384-BD99-240C-18C69C998638}"/>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C573F4D6-1C27-23FC-BBA9-B1679D73D4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Văn bản 3">
            <a:extLst>
              <a:ext uri="{FF2B5EF4-FFF2-40B4-BE49-F238E27FC236}">
                <a16:creationId xmlns:a16="http://schemas.microsoft.com/office/drawing/2014/main" id="{EEAD00EF-1A25-F053-7A03-056D3F778A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BB37CA81-FF81-975A-D1D4-DDC2FD60562A}"/>
              </a:ext>
            </a:extLst>
          </p:cNvPr>
          <p:cNvSpPr>
            <a:spLocks noGrp="1"/>
          </p:cNvSpPr>
          <p:nvPr>
            <p:ph type="dt" sz="half" idx="10"/>
          </p:nvPr>
        </p:nvSpPr>
        <p:spPr/>
        <p:txBody>
          <a:bodyPr/>
          <a:lstStyle/>
          <a:p>
            <a:fld id="{224A3F7D-D42D-4C69-ABF2-8BD9FA0F1B67}" type="datetimeFigureOut">
              <a:rPr lang="en-US" smtClean="0"/>
              <a:t>5/31/2022</a:t>
            </a:fld>
            <a:endParaRPr lang="en-US"/>
          </a:p>
        </p:txBody>
      </p:sp>
      <p:sp>
        <p:nvSpPr>
          <p:cNvPr id="6" name="Chỗ dành sẵn cho Chân trang 5">
            <a:extLst>
              <a:ext uri="{FF2B5EF4-FFF2-40B4-BE49-F238E27FC236}">
                <a16:creationId xmlns:a16="http://schemas.microsoft.com/office/drawing/2014/main" id="{B376EB24-8232-57DD-35D5-D1EE437A0BAA}"/>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0A656B87-1537-C31E-DB2A-AADA54B9717E}"/>
              </a:ext>
            </a:extLst>
          </p:cNvPr>
          <p:cNvSpPr>
            <a:spLocks noGrp="1"/>
          </p:cNvSpPr>
          <p:nvPr>
            <p:ph type="sldNum" sz="quarter" idx="12"/>
          </p:nvPr>
        </p:nvSpPr>
        <p:spPr/>
        <p:txBody>
          <a:bodyPr/>
          <a:lstStyle/>
          <a:p>
            <a:fld id="{BC4F5BA0-C755-46C0-8F56-24CEDB51D8D3}" type="slidenum">
              <a:rPr lang="en-US" smtClean="0"/>
              <a:t>‹#›</a:t>
            </a:fld>
            <a:endParaRPr lang="en-US"/>
          </a:p>
        </p:txBody>
      </p:sp>
    </p:spTree>
    <p:extLst>
      <p:ext uri="{BB962C8B-B14F-4D97-AF65-F5344CB8AC3E}">
        <p14:creationId xmlns:p14="http://schemas.microsoft.com/office/powerpoint/2010/main" val="557548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FA462F9-ACFA-D84A-C093-44F601263ACF}"/>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Hình ảnh 2">
            <a:extLst>
              <a:ext uri="{FF2B5EF4-FFF2-40B4-BE49-F238E27FC236}">
                <a16:creationId xmlns:a16="http://schemas.microsoft.com/office/drawing/2014/main" id="{A87715A5-952A-40EC-8010-CC7AB8D965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Chỗ dành sẵn cho Văn bản 3">
            <a:extLst>
              <a:ext uri="{FF2B5EF4-FFF2-40B4-BE49-F238E27FC236}">
                <a16:creationId xmlns:a16="http://schemas.microsoft.com/office/drawing/2014/main" id="{F34D0E90-E18C-4249-A509-9D03EE1824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730A3D19-A27E-C492-8935-D8652442D9D4}"/>
              </a:ext>
            </a:extLst>
          </p:cNvPr>
          <p:cNvSpPr>
            <a:spLocks noGrp="1"/>
          </p:cNvSpPr>
          <p:nvPr>
            <p:ph type="dt" sz="half" idx="10"/>
          </p:nvPr>
        </p:nvSpPr>
        <p:spPr/>
        <p:txBody>
          <a:bodyPr/>
          <a:lstStyle/>
          <a:p>
            <a:fld id="{224A3F7D-D42D-4C69-ABF2-8BD9FA0F1B67}" type="datetimeFigureOut">
              <a:rPr lang="en-US" smtClean="0"/>
              <a:t>5/31/2022</a:t>
            </a:fld>
            <a:endParaRPr lang="en-US"/>
          </a:p>
        </p:txBody>
      </p:sp>
      <p:sp>
        <p:nvSpPr>
          <p:cNvPr id="6" name="Chỗ dành sẵn cho Chân trang 5">
            <a:extLst>
              <a:ext uri="{FF2B5EF4-FFF2-40B4-BE49-F238E27FC236}">
                <a16:creationId xmlns:a16="http://schemas.microsoft.com/office/drawing/2014/main" id="{D476B121-C971-C217-2206-04D54121C802}"/>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66D59EA9-E98E-F7B6-DFAD-43BB901F24B6}"/>
              </a:ext>
            </a:extLst>
          </p:cNvPr>
          <p:cNvSpPr>
            <a:spLocks noGrp="1"/>
          </p:cNvSpPr>
          <p:nvPr>
            <p:ph type="sldNum" sz="quarter" idx="12"/>
          </p:nvPr>
        </p:nvSpPr>
        <p:spPr/>
        <p:txBody>
          <a:bodyPr/>
          <a:lstStyle/>
          <a:p>
            <a:fld id="{BC4F5BA0-C755-46C0-8F56-24CEDB51D8D3}" type="slidenum">
              <a:rPr lang="en-US" smtClean="0"/>
              <a:t>‹#›</a:t>
            </a:fld>
            <a:endParaRPr lang="en-US"/>
          </a:p>
        </p:txBody>
      </p:sp>
    </p:spTree>
    <p:extLst>
      <p:ext uri="{BB962C8B-B14F-4D97-AF65-F5344CB8AC3E}">
        <p14:creationId xmlns:p14="http://schemas.microsoft.com/office/powerpoint/2010/main" val="39460364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61AE554A-644F-FA53-4280-D3E02D05A196}"/>
              </a:ext>
            </a:extLst>
          </p:cNvPr>
          <p:cNvSpPr>
            <a:spLocks noGrp="1"/>
          </p:cNvSpPr>
          <p:nvPr>
            <p:ph type="title"/>
          </p:nvPr>
        </p:nvSpPr>
        <p:spPr/>
        <p:txBody>
          <a:bodyPr/>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E9913139-372E-73DE-5C67-7F39462EC111}"/>
              </a:ext>
            </a:extLst>
          </p:cNvPr>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B79274C6-6544-BBAA-B4C4-0710E52A1922}"/>
              </a:ext>
            </a:extLst>
          </p:cNvPr>
          <p:cNvSpPr>
            <a:spLocks noGrp="1"/>
          </p:cNvSpPr>
          <p:nvPr>
            <p:ph type="dt" sz="half" idx="10"/>
          </p:nvPr>
        </p:nvSpPr>
        <p:spPr/>
        <p:txBody>
          <a:bodyPr/>
          <a:lstStyle/>
          <a:p>
            <a:fld id="{224A3F7D-D42D-4C69-ABF2-8BD9FA0F1B67}" type="datetimeFigureOut">
              <a:rPr lang="en-US" smtClean="0"/>
              <a:t>5/31/2022</a:t>
            </a:fld>
            <a:endParaRPr lang="en-US"/>
          </a:p>
        </p:txBody>
      </p:sp>
      <p:sp>
        <p:nvSpPr>
          <p:cNvPr id="5" name="Chỗ dành sẵn cho Chân trang 4">
            <a:extLst>
              <a:ext uri="{FF2B5EF4-FFF2-40B4-BE49-F238E27FC236}">
                <a16:creationId xmlns:a16="http://schemas.microsoft.com/office/drawing/2014/main" id="{1C309872-DA1A-9573-96F0-C5AC51210278}"/>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E70B0DD1-57A2-7D24-F85A-10316C93EBDD}"/>
              </a:ext>
            </a:extLst>
          </p:cNvPr>
          <p:cNvSpPr>
            <a:spLocks noGrp="1"/>
          </p:cNvSpPr>
          <p:nvPr>
            <p:ph type="sldNum" sz="quarter" idx="12"/>
          </p:nvPr>
        </p:nvSpPr>
        <p:spPr/>
        <p:txBody>
          <a:bodyPr/>
          <a:lstStyle/>
          <a:p>
            <a:fld id="{BC4F5BA0-C755-46C0-8F56-24CEDB51D8D3}" type="slidenum">
              <a:rPr lang="en-US" smtClean="0"/>
              <a:t>‹#›</a:t>
            </a:fld>
            <a:endParaRPr lang="en-US"/>
          </a:p>
        </p:txBody>
      </p:sp>
    </p:spTree>
    <p:extLst>
      <p:ext uri="{BB962C8B-B14F-4D97-AF65-F5344CB8AC3E}">
        <p14:creationId xmlns:p14="http://schemas.microsoft.com/office/powerpoint/2010/main" val="25125187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a:extLst>
              <a:ext uri="{FF2B5EF4-FFF2-40B4-BE49-F238E27FC236}">
                <a16:creationId xmlns:a16="http://schemas.microsoft.com/office/drawing/2014/main" id="{172E3D32-E3D5-E490-1C45-01EB8717D8A3}"/>
              </a:ext>
            </a:extLst>
          </p:cNvPr>
          <p:cNvSpPr>
            <a:spLocks noGrp="1"/>
          </p:cNvSpPr>
          <p:nvPr>
            <p:ph type="title" orient="vert"/>
          </p:nvPr>
        </p:nvSpPr>
        <p:spPr>
          <a:xfrm>
            <a:off x="8724900" y="365125"/>
            <a:ext cx="2628900" cy="5811838"/>
          </a:xfrm>
        </p:spPr>
        <p:txBody>
          <a:bodyPr vert="eaVert"/>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7E57CA57-D6FE-856E-B7EB-F8F4F9FBEDB5}"/>
              </a:ext>
            </a:extLst>
          </p:cNvPr>
          <p:cNvSpPr>
            <a:spLocks noGrp="1"/>
          </p:cNvSpPr>
          <p:nvPr>
            <p:ph type="body" orient="vert" idx="1"/>
          </p:nvPr>
        </p:nvSpPr>
        <p:spPr>
          <a:xfrm>
            <a:off x="838200"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E609DDFC-71B6-49B2-F326-EB30D2CC853F}"/>
              </a:ext>
            </a:extLst>
          </p:cNvPr>
          <p:cNvSpPr>
            <a:spLocks noGrp="1"/>
          </p:cNvSpPr>
          <p:nvPr>
            <p:ph type="dt" sz="half" idx="10"/>
          </p:nvPr>
        </p:nvSpPr>
        <p:spPr/>
        <p:txBody>
          <a:bodyPr/>
          <a:lstStyle/>
          <a:p>
            <a:fld id="{224A3F7D-D42D-4C69-ABF2-8BD9FA0F1B67}" type="datetimeFigureOut">
              <a:rPr lang="en-US" smtClean="0"/>
              <a:t>5/31/2022</a:t>
            </a:fld>
            <a:endParaRPr lang="en-US"/>
          </a:p>
        </p:txBody>
      </p:sp>
      <p:sp>
        <p:nvSpPr>
          <p:cNvPr id="5" name="Chỗ dành sẵn cho Chân trang 4">
            <a:extLst>
              <a:ext uri="{FF2B5EF4-FFF2-40B4-BE49-F238E27FC236}">
                <a16:creationId xmlns:a16="http://schemas.microsoft.com/office/drawing/2014/main" id="{6A4FAD9C-E556-493C-4614-B35B944400D8}"/>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1F5620A1-8B69-3852-5645-DCF42E6ACB06}"/>
              </a:ext>
            </a:extLst>
          </p:cNvPr>
          <p:cNvSpPr>
            <a:spLocks noGrp="1"/>
          </p:cNvSpPr>
          <p:nvPr>
            <p:ph type="sldNum" sz="quarter" idx="12"/>
          </p:nvPr>
        </p:nvSpPr>
        <p:spPr/>
        <p:txBody>
          <a:bodyPr/>
          <a:lstStyle/>
          <a:p>
            <a:fld id="{BC4F5BA0-C755-46C0-8F56-24CEDB51D8D3}" type="slidenum">
              <a:rPr lang="en-US" smtClean="0"/>
              <a:t>‹#›</a:t>
            </a:fld>
            <a:endParaRPr lang="en-US"/>
          </a:p>
        </p:txBody>
      </p:sp>
    </p:spTree>
    <p:extLst>
      <p:ext uri="{BB962C8B-B14F-4D97-AF65-F5344CB8AC3E}">
        <p14:creationId xmlns:p14="http://schemas.microsoft.com/office/powerpoint/2010/main" val="3895805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Tiêu đề 1">
            <a:extLst>
              <a:ext uri="{FF2B5EF4-FFF2-40B4-BE49-F238E27FC236}">
                <a16:creationId xmlns:a16="http://schemas.microsoft.com/office/drawing/2014/main" id="{F2EEDB9C-BD38-2CD7-16F1-A2793376D3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2562E96F-4311-0320-50BF-C33D6174F0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A53ACB5F-26AE-5DC8-48C8-DC099DFCB2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4A3F7D-D42D-4C69-ABF2-8BD9FA0F1B67}" type="datetimeFigureOut">
              <a:rPr lang="en-US" smtClean="0"/>
              <a:t>5/31/2022</a:t>
            </a:fld>
            <a:endParaRPr lang="en-US"/>
          </a:p>
        </p:txBody>
      </p:sp>
      <p:sp>
        <p:nvSpPr>
          <p:cNvPr id="5" name="Chỗ dành sẵn cho Chân trang 4">
            <a:extLst>
              <a:ext uri="{FF2B5EF4-FFF2-40B4-BE49-F238E27FC236}">
                <a16:creationId xmlns:a16="http://schemas.microsoft.com/office/drawing/2014/main" id="{EB4B3558-1260-8B19-4144-8C39D92822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Chỗ dành sẵn cho Số hiệu Bản chiếu 5">
            <a:extLst>
              <a:ext uri="{FF2B5EF4-FFF2-40B4-BE49-F238E27FC236}">
                <a16:creationId xmlns:a16="http://schemas.microsoft.com/office/drawing/2014/main" id="{EB5AB8F3-398B-195A-7374-70C52742C4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4F5BA0-C755-46C0-8F56-24CEDB51D8D3}" type="slidenum">
              <a:rPr lang="en-US" smtClean="0"/>
              <a:t>‹#›</a:t>
            </a:fld>
            <a:endParaRPr lang="en-US"/>
          </a:p>
        </p:txBody>
      </p:sp>
    </p:spTree>
    <p:extLst>
      <p:ext uri="{BB962C8B-B14F-4D97-AF65-F5344CB8AC3E}">
        <p14:creationId xmlns:p14="http://schemas.microsoft.com/office/powerpoint/2010/main" val="28411729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3245F62-CCC4-49E4-B95B-EA6C1E790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05BE8C60-3165-7935-8A15-5A0B93A7FD03}"/>
              </a:ext>
            </a:extLst>
          </p:cNvPr>
          <p:cNvSpPr>
            <a:spLocks noGrp="1"/>
          </p:cNvSpPr>
          <p:nvPr>
            <p:ph type="ctrTitle"/>
          </p:nvPr>
        </p:nvSpPr>
        <p:spPr>
          <a:xfrm>
            <a:off x="638882" y="3577456"/>
            <a:ext cx="10909640" cy="1687814"/>
          </a:xfrm>
        </p:spPr>
        <p:txBody>
          <a:bodyPr anchor="b">
            <a:normAutofit/>
          </a:bodyPr>
          <a:lstStyle/>
          <a:p>
            <a:r>
              <a:rPr lang="vi-VN" sz="5100" b="1" dirty="0">
                <a:solidFill>
                  <a:schemeClr val="bg1">
                    <a:lumMod val="95000"/>
                  </a:schemeClr>
                </a:solidFill>
                <a:effectLst/>
                <a:latin typeface="Times New Roman" panose="02020603050405020304" pitchFamily="18" charset="0"/>
                <a:ea typeface="Calibri" panose="020F0502020204030204" pitchFamily="34" charset="0"/>
              </a:rPr>
              <a:t>BÁO CÁO ĐỀ TÀI CUỐI KỲ </a:t>
            </a:r>
            <a:br>
              <a:rPr lang="en-US" sz="5100" b="1" dirty="0">
                <a:solidFill>
                  <a:schemeClr val="bg1">
                    <a:lumMod val="95000"/>
                  </a:schemeClr>
                </a:solidFill>
                <a:effectLst/>
                <a:latin typeface="Times New Roman" panose="02020603050405020304" pitchFamily="18" charset="0"/>
                <a:ea typeface="Calibri" panose="020F0502020204030204" pitchFamily="34" charset="0"/>
              </a:rPr>
            </a:br>
            <a:r>
              <a:rPr lang="vi-VN" sz="5100" b="1" dirty="0">
                <a:solidFill>
                  <a:schemeClr val="bg1">
                    <a:lumMod val="95000"/>
                  </a:schemeClr>
                </a:solidFill>
                <a:effectLst/>
                <a:latin typeface="Times New Roman" panose="02020603050405020304" pitchFamily="18" charset="0"/>
                <a:ea typeface="Calibri" panose="020F0502020204030204" pitchFamily="34" charset="0"/>
              </a:rPr>
              <a:t>MÔN CƠ SỞ DỮ LIỆU NÂNG CAO</a:t>
            </a:r>
            <a:endParaRPr lang="en-US" sz="5100" dirty="0">
              <a:solidFill>
                <a:schemeClr val="bg1">
                  <a:lumMod val="95000"/>
                </a:schemeClr>
              </a:solidFill>
            </a:endParaRPr>
          </a:p>
        </p:txBody>
      </p:sp>
      <p:pic>
        <p:nvPicPr>
          <p:cNvPr id="4" name="Picture 1179" descr="Ảnh có chứa văn bản, mẫu họa&#10;&#10;Mô tả được tạo tự động">
            <a:extLst>
              <a:ext uri="{FF2B5EF4-FFF2-40B4-BE49-F238E27FC236}">
                <a16:creationId xmlns:a16="http://schemas.microsoft.com/office/drawing/2014/main" id="{962CA04F-4701-9FC6-1884-CAA34BA7B7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6578" y="591670"/>
            <a:ext cx="4554248" cy="2742004"/>
          </a:xfrm>
          <a:prstGeom prst="rect">
            <a:avLst/>
          </a:prstGeom>
        </p:spPr>
      </p:pic>
      <p:sp>
        <p:nvSpPr>
          <p:cNvPr id="23" name="sketch line">
            <a:extLst>
              <a:ext uri="{FF2B5EF4-FFF2-40B4-BE49-F238E27FC236}">
                <a16:creationId xmlns:a16="http://schemas.microsoft.com/office/drawing/2014/main" id="{E6C0DD6B-6AA3-448F-9B99-8386295BC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6746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B40088A9-B32D-AC9D-1FE0-9E06EAAD8A7A}"/>
              </a:ext>
            </a:extLst>
          </p:cNvPr>
          <p:cNvSpPr>
            <a:spLocks noGrp="1"/>
          </p:cNvSpPr>
          <p:nvPr>
            <p:ph type="title"/>
          </p:nvPr>
        </p:nvSpPr>
        <p:spPr>
          <a:xfrm>
            <a:off x="1075767" y="1188637"/>
            <a:ext cx="2988234" cy="4480726"/>
          </a:xfrm>
        </p:spPr>
        <p:txBody>
          <a:bodyPr>
            <a:normAutofit/>
          </a:bodyPr>
          <a:lstStyle/>
          <a:p>
            <a:pPr algn="r"/>
            <a:r>
              <a:rPr lang="vi-VN" sz="6600" b="1" dirty="0">
                <a:solidFill>
                  <a:schemeClr val="bg1">
                    <a:lumMod val="95000"/>
                  </a:schemeClr>
                </a:solidFill>
                <a:effectLst/>
                <a:latin typeface="Times New Roman" panose="02020603050405020304" pitchFamily="18" charset="0"/>
                <a:ea typeface="Calibri" panose="020F0502020204030204" pitchFamily="34" charset="0"/>
              </a:rPr>
              <a:t>ĐỀ TÀI</a:t>
            </a:r>
            <a:endParaRPr lang="en-US" sz="6600" dirty="0">
              <a:solidFill>
                <a:schemeClr val="bg1">
                  <a:lumMod val="95000"/>
                </a:schemeClr>
              </a:solidFill>
            </a:endParaRPr>
          </a:p>
        </p:txBody>
      </p:sp>
      <p:cxnSp>
        <p:nvCxnSpPr>
          <p:cNvPr id="14" name="Straight Connector 13">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hỗ dành sẵn cho Nội dung 2">
            <a:extLst>
              <a:ext uri="{FF2B5EF4-FFF2-40B4-BE49-F238E27FC236}">
                <a16:creationId xmlns:a16="http://schemas.microsoft.com/office/drawing/2014/main" id="{31B6F169-FC59-E51F-17AA-EF910802EB50}"/>
              </a:ext>
            </a:extLst>
          </p:cNvPr>
          <p:cNvSpPr>
            <a:spLocks noGrp="1"/>
          </p:cNvSpPr>
          <p:nvPr>
            <p:ph idx="1"/>
          </p:nvPr>
        </p:nvSpPr>
        <p:spPr>
          <a:xfrm>
            <a:off x="5255260" y="1648870"/>
            <a:ext cx="4702848" cy="3560260"/>
          </a:xfrm>
        </p:spPr>
        <p:txBody>
          <a:bodyPr anchor="ctr">
            <a:normAutofit/>
          </a:bodyPr>
          <a:lstStyle/>
          <a:p>
            <a:pPr marL="0" indent="0">
              <a:buNone/>
            </a:pPr>
            <a:r>
              <a:rPr lang="vi-VN" sz="2400" b="1" dirty="0">
                <a:solidFill>
                  <a:schemeClr val="bg1">
                    <a:lumMod val="95000"/>
                  </a:schemeClr>
                </a:solidFill>
                <a:effectLst/>
                <a:latin typeface="Times New Roman" panose="02020603050405020304" pitchFamily="18" charset="0"/>
                <a:ea typeface="Calibri" panose="020F0502020204030204" pitchFamily="34" charset="0"/>
              </a:rPr>
              <a:t>QUẢN LÝ ĐIỆN THOẠI </a:t>
            </a:r>
            <a:endParaRPr lang="en-US" sz="2400" b="1" dirty="0">
              <a:solidFill>
                <a:schemeClr val="bg1">
                  <a:lumMod val="95000"/>
                </a:schemeClr>
              </a:solidFill>
              <a:effectLst/>
              <a:latin typeface="Times New Roman" panose="02020603050405020304" pitchFamily="18" charset="0"/>
              <a:ea typeface="Calibri" panose="020F0502020204030204" pitchFamily="34" charset="0"/>
            </a:endParaRPr>
          </a:p>
          <a:p>
            <a:pPr marL="0" indent="0">
              <a:buNone/>
            </a:pPr>
            <a:r>
              <a:rPr lang="vi-VN" sz="2400" b="1" dirty="0">
                <a:solidFill>
                  <a:schemeClr val="bg1">
                    <a:lumMod val="95000"/>
                  </a:schemeClr>
                </a:solidFill>
                <a:effectLst/>
                <a:latin typeface="Times New Roman" panose="02020603050405020304" pitchFamily="18" charset="0"/>
                <a:ea typeface="Calibri" panose="020F0502020204030204" pitchFamily="34" charset="0"/>
              </a:rPr>
              <a:t>(PHÂN TÁN DỮ LIỆU)</a:t>
            </a:r>
            <a:endParaRPr lang="en-US" sz="2400" dirty="0">
              <a:solidFill>
                <a:schemeClr val="bg1">
                  <a:lumMod val="95000"/>
                </a:schemeClr>
              </a:solidFill>
            </a:endParaRPr>
          </a:p>
        </p:txBody>
      </p:sp>
    </p:spTree>
    <p:extLst>
      <p:ext uri="{BB962C8B-B14F-4D97-AF65-F5344CB8AC3E}">
        <p14:creationId xmlns:p14="http://schemas.microsoft.com/office/powerpoint/2010/main" val="1588468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êu đề 1">
            <a:extLst>
              <a:ext uri="{FF2B5EF4-FFF2-40B4-BE49-F238E27FC236}">
                <a16:creationId xmlns:a16="http://schemas.microsoft.com/office/drawing/2014/main" id="{C279BB2A-9CEC-041E-536B-79704B8321F0}"/>
              </a:ext>
            </a:extLst>
          </p:cNvPr>
          <p:cNvSpPr>
            <a:spLocks noGrp="1"/>
          </p:cNvSpPr>
          <p:nvPr>
            <p:ph type="title"/>
          </p:nvPr>
        </p:nvSpPr>
        <p:spPr>
          <a:xfrm>
            <a:off x="838200" y="1412488"/>
            <a:ext cx="2899189" cy="4363844"/>
          </a:xfrm>
        </p:spPr>
        <p:txBody>
          <a:bodyPr vert="horz" lIns="91440" tIns="45720" rIns="91440" bIns="45720" rtlCol="0" anchor="t">
            <a:normAutofit/>
          </a:bodyPr>
          <a:lstStyle/>
          <a:p>
            <a:r>
              <a:rPr lang="en-US" sz="4000" kern="1200" dirty="0" err="1">
                <a:solidFill>
                  <a:srgbClr val="FFFFFF"/>
                </a:solidFill>
                <a:effectLst/>
                <a:latin typeface="+mj-lt"/>
                <a:ea typeface="+mj-ea"/>
                <a:cs typeface="+mj-cs"/>
              </a:rPr>
              <a:t>Sinh</a:t>
            </a:r>
            <a:r>
              <a:rPr lang="en-US" sz="4000" kern="1200" dirty="0">
                <a:solidFill>
                  <a:srgbClr val="FFFFFF"/>
                </a:solidFill>
                <a:effectLst/>
                <a:latin typeface="+mj-lt"/>
                <a:ea typeface="+mj-ea"/>
                <a:cs typeface="+mj-cs"/>
              </a:rPr>
              <a:t> </a:t>
            </a:r>
            <a:r>
              <a:rPr lang="en-US" sz="4000" kern="1200" dirty="0" err="1">
                <a:solidFill>
                  <a:srgbClr val="FFFFFF"/>
                </a:solidFill>
                <a:effectLst/>
                <a:latin typeface="+mj-lt"/>
                <a:ea typeface="+mj-ea"/>
                <a:cs typeface="+mj-cs"/>
              </a:rPr>
              <a:t>viên</a:t>
            </a:r>
            <a:r>
              <a:rPr lang="en-US" sz="4000" kern="1200" dirty="0">
                <a:solidFill>
                  <a:srgbClr val="FFFFFF"/>
                </a:solidFill>
                <a:effectLst/>
                <a:latin typeface="+mj-lt"/>
                <a:ea typeface="+mj-ea"/>
                <a:cs typeface="+mj-cs"/>
              </a:rPr>
              <a:t> </a:t>
            </a:r>
            <a:r>
              <a:rPr lang="en-US" sz="4000" kern="1200" dirty="0" err="1">
                <a:solidFill>
                  <a:srgbClr val="FFFFFF"/>
                </a:solidFill>
                <a:effectLst/>
                <a:latin typeface="+mj-lt"/>
                <a:ea typeface="+mj-ea"/>
                <a:cs typeface="+mj-cs"/>
              </a:rPr>
              <a:t>thực</a:t>
            </a:r>
            <a:r>
              <a:rPr lang="en-US" sz="4000" kern="1200" dirty="0">
                <a:solidFill>
                  <a:srgbClr val="FFFFFF"/>
                </a:solidFill>
                <a:effectLst/>
                <a:latin typeface="+mj-lt"/>
                <a:ea typeface="+mj-ea"/>
                <a:cs typeface="+mj-cs"/>
              </a:rPr>
              <a:t> </a:t>
            </a:r>
            <a:r>
              <a:rPr lang="en-US" sz="4000" kern="1200" dirty="0" err="1">
                <a:solidFill>
                  <a:srgbClr val="FFFFFF"/>
                </a:solidFill>
                <a:effectLst/>
                <a:latin typeface="+mj-lt"/>
                <a:ea typeface="+mj-ea"/>
                <a:cs typeface="+mj-cs"/>
              </a:rPr>
              <a:t>hiện</a:t>
            </a:r>
            <a:r>
              <a:rPr lang="en-US" sz="4000" kern="1200" dirty="0">
                <a:solidFill>
                  <a:srgbClr val="FFFFFF"/>
                </a:solidFill>
                <a:effectLst/>
                <a:latin typeface="+mj-lt"/>
                <a:ea typeface="+mj-ea"/>
                <a:cs typeface="+mj-cs"/>
              </a:rPr>
              <a:t>:</a:t>
            </a:r>
            <a:br>
              <a:rPr lang="en-US" sz="4000" kern="1200" dirty="0">
                <a:solidFill>
                  <a:srgbClr val="FFFFFF"/>
                </a:solidFill>
                <a:effectLst/>
                <a:latin typeface="+mj-lt"/>
                <a:ea typeface="+mj-ea"/>
                <a:cs typeface="+mj-cs"/>
              </a:rPr>
            </a:br>
            <a:endParaRPr lang="en-US" sz="4000" kern="1200" dirty="0">
              <a:solidFill>
                <a:srgbClr val="FFFFFF"/>
              </a:solidFill>
              <a:latin typeface="+mj-lt"/>
              <a:ea typeface="+mj-ea"/>
              <a:cs typeface="+mj-cs"/>
            </a:endParaRPr>
          </a:p>
        </p:txBody>
      </p:sp>
      <p:sp>
        <p:nvSpPr>
          <p:cNvPr id="3" name="Chỗ dành sẵn cho Nội dung 2">
            <a:extLst>
              <a:ext uri="{FF2B5EF4-FFF2-40B4-BE49-F238E27FC236}">
                <a16:creationId xmlns:a16="http://schemas.microsoft.com/office/drawing/2014/main" id="{3D5F8125-99FF-C395-7E53-1167B332C68E}"/>
              </a:ext>
            </a:extLst>
          </p:cNvPr>
          <p:cNvSpPr>
            <a:spLocks noGrp="1"/>
          </p:cNvSpPr>
          <p:nvPr>
            <p:ph idx="1"/>
          </p:nvPr>
        </p:nvSpPr>
        <p:spPr>
          <a:xfrm>
            <a:off x="4380855" y="1412489"/>
            <a:ext cx="3427283" cy="4363844"/>
          </a:xfrm>
        </p:spPr>
        <p:txBody>
          <a:bodyPr vert="horz" lIns="91440" tIns="45720" rIns="91440" bIns="45720" rtlCol="0">
            <a:normAutofit/>
          </a:bodyPr>
          <a:lstStyle/>
          <a:p>
            <a:r>
              <a:rPr lang="en-US" sz="2000" dirty="0">
                <a:solidFill>
                  <a:schemeClr val="bg1"/>
                </a:solidFill>
                <a:effectLst/>
              </a:rPr>
              <a:t>1. </a:t>
            </a:r>
            <a:r>
              <a:rPr lang="en-US" sz="2000" dirty="0" err="1">
                <a:solidFill>
                  <a:schemeClr val="bg1"/>
                </a:solidFill>
                <a:effectLst/>
              </a:rPr>
              <a:t>Phạm</a:t>
            </a:r>
            <a:r>
              <a:rPr lang="en-US" sz="2000" dirty="0">
                <a:solidFill>
                  <a:schemeClr val="bg1"/>
                </a:solidFill>
                <a:effectLst/>
              </a:rPr>
              <a:t> </a:t>
            </a:r>
            <a:r>
              <a:rPr lang="en-US" sz="2000" dirty="0" err="1">
                <a:solidFill>
                  <a:schemeClr val="bg1"/>
                </a:solidFill>
                <a:effectLst/>
              </a:rPr>
              <a:t>Văn</a:t>
            </a:r>
            <a:r>
              <a:rPr lang="en-US" sz="2000" dirty="0">
                <a:solidFill>
                  <a:schemeClr val="bg1"/>
                </a:solidFill>
                <a:effectLst/>
              </a:rPr>
              <a:t> </a:t>
            </a:r>
            <a:r>
              <a:rPr lang="en-US" sz="2000" dirty="0" err="1">
                <a:solidFill>
                  <a:schemeClr val="bg1"/>
                </a:solidFill>
                <a:effectLst/>
              </a:rPr>
              <a:t>Tuấn</a:t>
            </a:r>
            <a:r>
              <a:rPr lang="en-US" sz="2000" dirty="0">
                <a:solidFill>
                  <a:schemeClr val="bg1"/>
                </a:solidFill>
                <a:effectLst/>
              </a:rPr>
              <a:t>: 19CNTT1</a:t>
            </a:r>
          </a:p>
          <a:p>
            <a:r>
              <a:rPr lang="en-US" sz="2000" dirty="0">
                <a:solidFill>
                  <a:schemeClr val="bg1"/>
                </a:solidFill>
                <a:effectLst/>
              </a:rPr>
              <a:t>2.Nguyễn Thanh </a:t>
            </a:r>
            <a:r>
              <a:rPr lang="en-US" sz="2000" dirty="0" err="1">
                <a:solidFill>
                  <a:schemeClr val="bg1"/>
                </a:solidFill>
                <a:effectLst/>
              </a:rPr>
              <a:t>Tuấn</a:t>
            </a:r>
            <a:r>
              <a:rPr lang="en-US" sz="2000" dirty="0">
                <a:solidFill>
                  <a:schemeClr val="bg1"/>
                </a:solidFill>
                <a:effectLst/>
              </a:rPr>
              <a:t>: 19CNTT1</a:t>
            </a:r>
            <a:endParaRPr lang="en-US" sz="2000" dirty="0">
              <a:solidFill>
                <a:schemeClr val="bg1"/>
              </a:solidFill>
            </a:endParaRPr>
          </a:p>
          <a:p>
            <a:r>
              <a:rPr lang="en-US" sz="2000" dirty="0">
                <a:solidFill>
                  <a:schemeClr val="bg1"/>
                </a:solidFill>
                <a:effectLst/>
              </a:rPr>
              <a:t>3.Võ </a:t>
            </a:r>
            <a:r>
              <a:rPr lang="en-US" sz="2000" dirty="0" err="1">
                <a:solidFill>
                  <a:schemeClr val="bg1"/>
                </a:solidFill>
                <a:effectLst/>
              </a:rPr>
              <a:t>Duy</a:t>
            </a:r>
            <a:r>
              <a:rPr lang="en-US" sz="2000" dirty="0">
                <a:solidFill>
                  <a:schemeClr val="bg1"/>
                </a:solidFill>
                <a:effectLst/>
              </a:rPr>
              <a:t> </a:t>
            </a:r>
            <a:r>
              <a:rPr lang="en-US" sz="2000" dirty="0" err="1">
                <a:solidFill>
                  <a:schemeClr val="bg1"/>
                </a:solidFill>
                <a:effectLst/>
              </a:rPr>
              <a:t>Tường</a:t>
            </a:r>
            <a:r>
              <a:rPr lang="en-US" sz="2000" dirty="0">
                <a:solidFill>
                  <a:schemeClr val="bg1"/>
                </a:solidFill>
                <a:effectLst/>
              </a:rPr>
              <a:t>: 19CNTT2</a:t>
            </a:r>
          </a:p>
          <a:p>
            <a:r>
              <a:rPr lang="en-US" sz="2000" dirty="0">
                <a:solidFill>
                  <a:schemeClr val="bg1"/>
                </a:solidFill>
                <a:effectLst/>
              </a:rPr>
              <a:t>4.Nguyễn </a:t>
            </a:r>
            <a:r>
              <a:rPr lang="en-US" sz="2000" dirty="0" err="1">
                <a:solidFill>
                  <a:schemeClr val="bg1"/>
                </a:solidFill>
                <a:effectLst/>
              </a:rPr>
              <a:t>Thị</a:t>
            </a:r>
            <a:r>
              <a:rPr lang="en-US" sz="2000" dirty="0">
                <a:solidFill>
                  <a:schemeClr val="bg1"/>
                </a:solidFill>
                <a:effectLst/>
              </a:rPr>
              <a:t> </a:t>
            </a:r>
            <a:r>
              <a:rPr lang="en-US" sz="2000" dirty="0" err="1">
                <a:solidFill>
                  <a:schemeClr val="bg1"/>
                </a:solidFill>
                <a:effectLst/>
              </a:rPr>
              <a:t>Ngọc</a:t>
            </a:r>
            <a:r>
              <a:rPr lang="en-US" sz="2000" dirty="0">
                <a:solidFill>
                  <a:schemeClr val="bg1"/>
                </a:solidFill>
                <a:effectLst/>
              </a:rPr>
              <a:t> </a:t>
            </a:r>
            <a:r>
              <a:rPr lang="en-US" sz="2000" dirty="0" err="1">
                <a:solidFill>
                  <a:schemeClr val="bg1"/>
                </a:solidFill>
                <a:effectLst/>
              </a:rPr>
              <a:t>Vân</a:t>
            </a:r>
            <a:r>
              <a:rPr lang="en-US" sz="2000" dirty="0">
                <a:solidFill>
                  <a:schemeClr val="bg1"/>
                </a:solidFill>
                <a:effectLst/>
              </a:rPr>
              <a:t>: 19CNTT1</a:t>
            </a:r>
            <a:endParaRPr lang="en-US" sz="2000" dirty="0">
              <a:solidFill>
                <a:schemeClr val="bg1"/>
              </a:solidFill>
            </a:endParaRPr>
          </a:p>
          <a:p>
            <a:r>
              <a:rPr lang="en-US" sz="2000" dirty="0">
                <a:solidFill>
                  <a:schemeClr val="bg1"/>
                </a:solidFill>
                <a:effectLst/>
              </a:rPr>
              <a:t>5.Hoàng </a:t>
            </a:r>
            <a:r>
              <a:rPr lang="en-US" sz="2000" dirty="0" err="1">
                <a:solidFill>
                  <a:schemeClr val="bg1"/>
                </a:solidFill>
                <a:effectLst/>
              </a:rPr>
              <a:t>Thị</a:t>
            </a:r>
            <a:r>
              <a:rPr lang="en-US" sz="2000" dirty="0">
                <a:solidFill>
                  <a:schemeClr val="bg1"/>
                </a:solidFill>
                <a:effectLst/>
              </a:rPr>
              <a:t> </a:t>
            </a:r>
            <a:r>
              <a:rPr lang="en-US" sz="2000" dirty="0" err="1">
                <a:solidFill>
                  <a:schemeClr val="bg1"/>
                </a:solidFill>
                <a:effectLst/>
              </a:rPr>
              <a:t>Vẽ</a:t>
            </a:r>
            <a:r>
              <a:rPr lang="en-US" sz="2000" dirty="0">
                <a:solidFill>
                  <a:schemeClr val="bg1"/>
                </a:solidFill>
                <a:effectLst/>
              </a:rPr>
              <a:t>: 19CNTT1</a:t>
            </a:r>
          </a:p>
          <a:p>
            <a:r>
              <a:rPr lang="en-US" sz="2000" dirty="0">
                <a:solidFill>
                  <a:schemeClr val="bg1"/>
                </a:solidFill>
              </a:rPr>
              <a:t>6</a:t>
            </a:r>
            <a:r>
              <a:rPr lang="en-US" sz="2000" dirty="0">
                <a:solidFill>
                  <a:schemeClr val="bg1"/>
                </a:solidFill>
                <a:effectLst/>
              </a:rPr>
              <a:t>.Nguyễn </a:t>
            </a:r>
            <a:r>
              <a:rPr lang="en-US" sz="2000" dirty="0" err="1">
                <a:solidFill>
                  <a:schemeClr val="bg1"/>
                </a:solidFill>
                <a:effectLst/>
              </a:rPr>
              <a:t>Thụy</a:t>
            </a:r>
            <a:r>
              <a:rPr lang="en-US" sz="2000" dirty="0">
                <a:solidFill>
                  <a:schemeClr val="bg1"/>
                </a:solidFill>
                <a:effectLst/>
              </a:rPr>
              <a:t> Ý: 19CNTT1</a:t>
            </a:r>
            <a:endParaRPr lang="en-US" sz="2000" dirty="0">
              <a:solidFill>
                <a:schemeClr val="bg1"/>
              </a:solidFill>
            </a:endParaRPr>
          </a:p>
          <a:p>
            <a:r>
              <a:rPr lang="en-US" sz="2000" dirty="0">
                <a:solidFill>
                  <a:schemeClr val="bg1"/>
                </a:solidFill>
              </a:rPr>
              <a:t>7</a:t>
            </a:r>
            <a:r>
              <a:rPr lang="en-US" sz="2000" dirty="0">
                <a:solidFill>
                  <a:schemeClr val="bg1"/>
                </a:solidFill>
                <a:effectLst/>
              </a:rPr>
              <a:t>.Inthilath </a:t>
            </a:r>
            <a:r>
              <a:rPr lang="en-US" sz="2000" dirty="0" err="1">
                <a:solidFill>
                  <a:schemeClr val="bg1"/>
                </a:solidFill>
                <a:effectLst/>
              </a:rPr>
              <a:t>Chimmala</a:t>
            </a:r>
            <a:r>
              <a:rPr lang="en-US" sz="2000" dirty="0">
                <a:solidFill>
                  <a:schemeClr val="bg1"/>
                </a:solidFill>
                <a:effectLst/>
              </a:rPr>
              <a:t>: 19CNTT1 </a:t>
            </a:r>
            <a:endParaRPr lang="en-US" sz="2000" dirty="0">
              <a:solidFill>
                <a:schemeClr val="bg1"/>
              </a:solidFill>
            </a:endParaRPr>
          </a:p>
        </p:txBody>
      </p:sp>
      <p:cxnSp>
        <p:nvCxnSpPr>
          <p:cNvPr id="12" name="Straight Connector 11">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 name="Hộp Văn bản 4">
            <a:extLst>
              <a:ext uri="{FF2B5EF4-FFF2-40B4-BE49-F238E27FC236}">
                <a16:creationId xmlns:a16="http://schemas.microsoft.com/office/drawing/2014/main" id="{07C028CD-1AB7-3D49-008B-9D6C0B8E6197}"/>
              </a:ext>
            </a:extLst>
          </p:cNvPr>
          <p:cNvSpPr txBox="1"/>
          <p:nvPr/>
        </p:nvSpPr>
        <p:spPr>
          <a:xfrm>
            <a:off x="8451604" y="1412489"/>
            <a:ext cx="3197701" cy="4363844"/>
          </a:xfrm>
          <a:prstGeom prst="rect">
            <a:avLst/>
          </a:prstGeom>
        </p:spPr>
        <p:txBody>
          <a:bodyPr vert="horz" lIns="91440" tIns="45720" rIns="91440" bIns="45720" rtlCol="0">
            <a:normAutofit/>
          </a:bodyPr>
          <a:lstStyle/>
          <a:p>
            <a:pPr>
              <a:lnSpc>
                <a:spcPct val="90000"/>
              </a:lnSpc>
              <a:spcAft>
                <a:spcPts val="600"/>
              </a:spcAft>
            </a:pPr>
            <a:r>
              <a:rPr lang="en-US" sz="2000" dirty="0" err="1">
                <a:solidFill>
                  <a:schemeClr val="bg1"/>
                </a:solidFill>
                <a:effectLst/>
              </a:rPr>
              <a:t>Giảng</a:t>
            </a:r>
            <a:r>
              <a:rPr lang="en-US" sz="2000" dirty="0">
                <a:solidFill>
                  <a:schemeClr val="bg1"/>
                </a:solidFill>
                <a:effectLst/>
              </a:rPr>
              <a:t> </a:t>
            </a:r>
            <a:r>
              <a:rPr lang="en-US" sz="2000" dirty="0" err="1">
                <a:solidFill>
                  <a:schemeClr val="bg1"/>
                </a:solidFill>
                <a:effectLst/>
              </a:rPr>
              <a:t>viên</a:t>
            </a:r>
            <a:r>
              <a:rPr lang="en-US" sz="2000" dirty="0">
                <a:solidFill>
                  <a:schemeClr val="bg1"/>
                </a:solidFill>
                <a:effectLst/>
              </a:rPr>
              <a:t> </a:t>
            </a:r>
            <a:r>
              <a:rPr lang="en-US" sz="2000" dirty="0" err="1">
                <a:solidFill>
                  <a:schemeClr val="bg1"/>
                </a:solidFill>
                <a:effectLst/>
              </a:rPr>
              <a:t>hướng</a:t>
            </a:r>
            <a:r>
              <a:rPr lang="en-US" sz="2000" dirty="0">
                <a:solidFill>
                  <a:schemeClr val="bg1"/>
                </a:solidFill>
                <a:effectLst/>
              </a:rPr>
              <a:t> </a:t>
            </a:r>
            <a:r>
              <a:rPr lang="en-US" sz="2000" dirty="0" err="1">
                <a:solidFill>
                  <a:schemeClr val="bg1"/>
                </a:solidFill>
                <a:effectLst/>
              </a:rPr>
              <a:t>dẫn</a:t>
            </a:r>
            <a:r>
              <a:rPr lang="en-US" sz="2000" dirty="0">
                <a:solidFill>
                  <a:schemeClr val="bg1"/>
                </a:solidFill>
                <a:effectLst/>
              </a:rPr>
              <a:t>: </a:t>
            </a:r>
            <a:r>
              <a:rPr lang="en-US" sz="2000" dirty="0" err="1">
                <a:solidFill>
                  <a:schemeClr val="bg1"/>
                </a:solidFill>
                <a:effectLst/>
              </a:rPr>
              <a:t>GV.Võ</a:t>
            </a:r>
            <a:r>
              <a:rPr lang="en-US" sz="2000" dirty="0">
                <a:solidFill>
                  <a:schemeClr val="bg1"/>
                </a:solidFill>
                <a:effectLst/>
              </a:rPr>
              <a:t> </a:t>
            </a:r>
            <a:r>
              <a:rPr lang="en-US" sz="2000" dirty="0" err="1">
                <a:solidFill>
                  <a:schemeClr val="bg1"/>
                </a:solidFill>
                <a:effectLst/>
              </a:rPr>
              <a:t>Công</a:t>
            </a:r>
            <a:r>
              <a:rPr lang="en-US" sz="2000" dirty="0">
                <a:solidFill>
                  <a:schemeClr val="bg1"/>
                </a:solidFill>
                <a:effectLst/>
              </a:rPr>
              <a:t> </a:t>
            </a:r>
            <a:r>
              <a:rPr lang="en-US" sz="2000" dirty="0" err="1">
                <a:solidFill>
                  <a:schemeClr val="bg1"/>
                </a:solidFill>
                <a:effectLst/>
              </a:rPr>
              <a:t>Đình</a:t>
            </a:r>
            <a:endParaRPr lang="en-US" sz="2000" dirty="0">
              <a:solidFill>
                <a:schemeClr val="bg1"/>
              </a:solidFill>
            </a:endParaRPr>
          </a:p>
        </p:txBody>
      </p:sp>
    </p:spTree>
    <p:extLst>
      <p:ext uri="{BB962C8B-B14F-4D97-AF65-F5344CB8AC3E}">
        <p14:creationId xmlns:p14="http://schemas.microsoft.com/office/powerpoint/2010/main" val="1826128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hỗ dành sẵn cho Nội dung 4" descr="Ảnh có chứa văn bản, người&#10;&#10;Mô tả được tạo tự động">
            <a:extLst>
              <a:ext uri="{FF2B5EF4-FFF2-40B4-BE49-F238E27FC236}">
                <a16:creationId xmlns:a16="http://schemas.microsoft.com/office/drawing/2014/main" id="{CA069F96-AE11-F95F-6DEE-06FE33B7931B}"/>
              </a:ext>
            </a:extLst>
          </p:cNvPr>
          <p:cNvPicPr>
            <a:picLocks noGrp="1" noChangeAspect="1"/>
          </p:cNvPicPr>
          <p:nvPr>
            <p:ph idx="1"/>
          </p:nvPr>
        </p:nvPicPr>
        <p:blipFill rotWithShape="1">
          <a:blip r:embed="rId2">
            <a:alphaModFix amt="50000"/>
            <a:extLst>
              <a:ext uri="{28A0092B-C50C-407E-A947-70E740481C1C}">
                <a14:useLocalDpi xmlns:a14="http://schemas.microsoft.com/office/drawing/2010/main" val="0"/>
              </a:ext>
            </a:extLst>
          </a:blip>
          <a:srcRect t="22445" r="-1" b="743"/>
          <a:stretch/>
        </p:blipFill>
        <p:spPr>
          <a:xfrm>
            <a:off x="0" y="10"/>
            <a:ext cx="12188930" cy="6857990"/>
          </a:xfrm>
          <a:prstGeom prst="rect">
            <a:avLst/>
          </a:prstGeom>
        </p:spPr>
      </p:pic>
      <p:sp>
        <p:nvSpPr>
          <p:cNvPr id="2" name="Tiêu đề 1">
            <a:extLst>
              <a:ext uri="{FF2B5EF4-FFF2-40B4-BE49-F238E27FC236}">
                <a16:creationId xmlns:a16="http://schemas.microsoft.com/office/drawing/2014/main" id="{2589215E-0BF3-B9A2-6739-ECBE9B2873DB}"/>
              </a:ext>
            </a:extLst>
          </p:cNvPr>
          <p:cNvSpPr>
            <a:spLocks noGrp="1"/>
          </p:cNvSpPr>
          <p:nvPr>
            <p:ph type="title"/>
          </p:nvPr>
        </p:nvSpPr>
        <p:spPr>
          <a:xfrm>
            <a:off x="1524000" y="1122363"/>
            <a:ext cx="9144000" cy="3063240"/>
          </a:xfrm>
        </p:spPr>
        <p:txBody>
          <a:bodyPr vert="horz" lIns="91440" tIns="45720" rIns="91440" bIns="45720" rtlCol="0" anchor="b">
            <a:normAutofit/>
          </a:bodyPr>
          <a:lstStyle/>
          <a:p>
            <a:pPr algn="ctr"/>
            <a:r>
              <a:rPr lang="en-US" sz="6600" dirty="0">
                <a:ln>
                  <a:solidFill>
                    <a:schemeClr val="bg1"/>
                  </a:solidFill>
                </a:ln>
                <a:solidFill>
                  <a:srgbClr val="FFFFFF"/>
                </a:solidFill>
                <a:effectLst/>
              </a:rPr>
              <a:t>I.GIỚI THIỆU ĐỀ TÀI: TOPIC</a:t>
            </a:r>
            <a:br>
              <a:rPr lang="en-US" sz="6600" dirty="0">
                <a:solidFill>
                  <a:srgbClr val="FFFFFF"/>
                </a:solidFill>
                <a:effectLst/>
              </a:rPr>
            </a:br>
            <a:endParaRPr lang="en-US" sz="6600" dirty="0">
              <a:solidFill>
                <a:srgbClr val="FFFFFF"/>
              </a:solidFill>
            </a:endParaRPr>
          </a:p>
        </p:txBody>
      </p:sp>
      <p:sp>
        <p:nvSpPr>
          <p:cNvPr id="12"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rgbClr val="FFFFFF">
                <a:alpha val="75000"/>
              </a:srgb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9645583"/>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6" name="Tiêu đề 5">
            <a:extLst>
              <a:ext uri="{FF2B5EF4-FFF2-40B4-BE49-F238E27FC236}">
                <a16:creationId xmlns:a16="http://schemas.microsoft.com/office/drawing/2014/main" id="{495461E4-AEA1-FACF-5227-2E7ADE784B4F}"/>
              </a:ext>
            </a:extLst>
          </p:cNvPr>
          <p:cNvSpPr>
            <a:spLocks noGrp="1"/>
          </p:cNvSpPr>
          <p:nvPr>
            <p:ph type="title"/>
          </p:nvPr>
        </p:nvSpPr>
        <p:spPr>
          <a:xfrm>
            <a:off x="838201" y="365126"/>
            <a:ext cx="5340604" cy="1146176"/>
          </a:xfrm>
        </p:spPr>
        <p:txBody>
          <a:bodyPr vert="horz" lIns="91440" tIns="45720" rIns="91440" bIns="45720" rtlCol="0" anchor="ctr">
            <a:noAutofit/>
          </a:bodyPr>
          <a:lstStyle/>
          <a:p>
            <a:r>
              <a:rPr lang="vi-VN" sz="4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GIỚI THIỆU ĐỀ TÀI: TOPIC</a:t>
            </a:r>
            <a:endParaRPr lang="en-US" sz="4000" dirty="0">
              <a:solidFill>
                <a:schemeClr val="bg1"/>
              </a:solidFill>
            </a:endParaRPr>
          </a:p>
        </p:txBody>
      </p:sp>
      <p:sp>
        <p:nvSpPr>
          <p:cNvPr id="16" name="Freeform: Shape 11">
            <a:extLst>
              <a:ext uri="{FF2B5EF4-FFF2-40B4-BE49-F238E27FC236}">
                <a16:creationId xmlns:a16="http://schemas.microsoft.com/office/drawing/2014/main" id="{05C7EBC3-4672-4DAB-81C2-58661FAFAE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78805" y="-2"/>
            <a:ext cx="6013194" cy="1511304"/>
          </a:xfrm>
          <a:custGeom>
            <a:avLst/>
            <a:gdLst>
              <a:gd name="connsiteX0" fmla="*/ 4545473 w 6013194"/>
              <a:gd name="connsiteY0" fmla="*/ 0 h 1511304"/>
              <a:gd name="connsiteX1" fmla="*/ 6013194 w 6013194"/>
              <a:gd name="connsiteY1" fmla="*/ 0 h 1511304"/>
              <a:gd name="connsiteX2" fmla="*/ 6013194 w 6013194"/>
              <a:gd name="connsiteY2" fmla="*/ 1508760 h 1511304"/>
              <a:gd name="connsiteX3" fmla="*/ 4545474 w 6013194"/>
              <a:gd name="connsiteY3" fmla="*/ 1508760 h 1511304"/>
              <a:gd name="connsiteX4" fmla="*/ 4545474 w 6013194"/>
              <a:gd name="connsiteY4" fmla="*/ 1511304 h 1511304"/>
              <a:gd name="connsiteX5" fmla="*/ 0 w 6013194"/>
              <a:gd name="connsiteY5" fmla="*/ 1511304 h 1511304"/>
              <a:gd name="connsiteX6" fmla="*/ 697617 w 6013194"/>
              <a:gd name="connsiteY6" fmla="*/ 3 h 1511304"/>
              <a:gd name="connsiteX7" fmla="*/ 4545473 w 6013194"/>
              <a:gd name="connsiteY7" fmla="*/ 3 h 151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3194" h="1511304">
                <a:moveTo>
                  <a:pt x="4545473" y="0"/>
                </a:moveTo>
                <a:lnTo>
                  <a:pt x="6013194" y="0"/>
                </a:lnTo>
                <a:lnTo>
                  <a:pt x="6013194" y="1508760"/>
                </a:lnTo>
                <a:lnTo>
                  <a:pt x="4545474" y="1508760"/>
                </a:lnTo>
                <a:lnTo>
                  <a:pt x="4545474" y="1511304"/>
                </a:lnTo>
                <a:lnTo>
                  <a:pt x="0" y="1511304"/>
                </a:lnTo>
                <a:lnTo>
                  <a:pt x="697617" y="3"/>
                </a:lnTo>
                <a:lnTo>
                  <a:pt x="4545473" y="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hỗ dành sẵn cho Nội dung 4">
            <a:extLst>
              <a:ext uri="{FF2B5EF4-FFF2-40B4-BE49-F238E27FC236}">
                <a16:creationId xmlns:a16="http://schemas.microsoft.com/office/drawing/2014/main" id="{ACF2414E-0F0D-2C21-BEA0-735C6CE0F8B9}"/>
              </a:ext>
            </a:extLst>
          </p:cNvPr>
          <p:cNvPicPr>
            <a:picLocks noGrp="1" noChangeAspect="1"/>
          </p:cNvPicPr>
          <p:nvPr>
            <p:ph sz="half" idx="1"/>
          </p:nvPr>
        </p:nvPicPr>
        <p:blipFill rotWithShape="1">
          <a:blip r:embed="rId2">
            <a:extLst>
              <a:ext uri="{28A0092B-C50C-407E-A947-70E740481C1C}">
                <a14:useLocalDpi xmlns:a14="http://schemas.microsoft.com/office/drawing/2010/main" val="0"/>
              </a:ext>
            </a:extLst>
          </a:blip>
          <a:srcRect l="13362" r="14881" b="-2"/>
          <a:stretch/>
        </p:blipFill>
        <p:spPr>
          <a:xfrm>
            <a:off x="1" y="1691640"/>
            <a:ext cx="5931454" cy="5166360"/>
          </a:xfrm>
          <a:custGeom>
            <a:avLst/>
            <a:gdLst/>
            <a:ahLst/>
            <a:cxnLst/>
            <a:rect l="l" t="t" r="r" b="b"/>
            <a:pathLst>
              <a:path w="5931454" h="5166360">
                <a:moveTo>
                  <a:pt x="0" y="0"/>
                </a:moveTo>
                <a:lnTo>
                  <a:pt x="5931454" y="0"/>
                </a:lnTo>
                <a:lnTo>
                  <a:pt x="3537575" y="5166360"/>
                </a:lnTo>
                <a:lnTo>
                  <a:pt x="0" y="5166360"/>
                </a:lnTo>
                <a:close/>
              </a:path>
            </a:pathLst>
          </a:custGeom>
        </p:spPr>
      </p:pic>
      <p:sp>
        <p:nvSpPr>
          <p:cNvPr id="17" name="Freeform: Shape 13">
            <a:extLst>
              <a:ext uri="{FF2B5EF4-FFF2-40B4-BE49-F238E27FC236}">
                <a16:creationId xmlns:a16="http://schemas.microsoft.com/office/drawing/2014/main" id="{1ABCC31D-213C-44E9-9CC8-8FB2DFC22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797" y="1690688"/>
            <a:ext cx="8711202" cy="5167312"/>
          </a:xfrm>
          <a:custGeom>
            <a:avLst/>
            <a:gdLst>
              <a:gd name="connsiteX0" fmla="*/ 2613984 w 8711202"/>
              <a:gd name="connsiteY0" fmla="*/ 0 h 5167312"/>
              <a:gd name="connsiteX1" fmla="*/ 7243482 w 8711202"/>
              <a:gd name="connsiteY1" fmla="*/ 0 h 5167312"/>
              <a:gd name="connsiteX2" fmla="*/ 8711202 w 8711202"/>
              <a:gd name="connsiteY2" fmla="*/ 0 h 5167312"/>
              <a:gd name="connsiteX3" fmla="*/ 8711202 w 8711202"/>
              <a:gd name="connsiteY3" fmla="*/ 5167312 h 5167312"/>
              <a:gd name="connsiteX4" fmla="*/ 7243482 w 8711202"/>
              <a:gd name="connsiteY4" fmla="*/ 5167312 h 5167312"/>
              <a:gd name="connsiteX5" fmla="*/ 221324 w 8711202"/>
              <a:gd name="connsiteY5" fmla="*/ 5167312 h 5167312"/>
              <a:gd name="connsiteX6" fmla="*/ 2615203 w 8711202"/>
              <a:gd name="connsiteY6" fmla="*/ 952 h 5167312"/>
              <a:gd name="connsiteX7" fmla="*/ 2613984 w 8711202"/>
              <a:gd name="connsiteY7" fmla="*/ 952 h 5167312"/>
              <a:gd name="connsiteX8" fmla="*/ 0 w 8711202"/>
              <a:gd name="connsiteY8" fmla="*/ 0 h 5167312"/>
              <a:gd name="connsiteX9" fmla="*/ 2173113 w 8711202"/>
              <a:gd name="connsiteY9" fmla="*/ 0 h 5167312"/>
              <a:gd name="connsiteX10" fmla="*/ 2173113 w 8711202"/>
              <a:gd name="connsiteY10" fmla="*/ 952 h 5167312"/>
              <a:gd name="connsiteX11" fmla="*/ 0 w 8711202"/>
              <a:gd name="connsiteY11" fmla="*/ 952 h 516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11202" h="5167312">
                <a:moveTo>
                  <a:pt x="2613984" y="0"/>
                </a:moveTo>
                <a:lnTo>
                  <a:pt x="7243482" y="0"/>
                </a:lnTo>
                <a:lnTo>
                  <a:pt x="8711202" y="0"/>
                </a:lnTo>
                <a:lnTo>
                  <a:pt x="8711202" y="5167312"/>
                </a:lnTo>
                <a:lnTo>
                  <a:pt x="7243482" y="5167312"/>
                </a:lnTo>
                <a:lnTo>
                  <a:pt x="221324" y="5167312"/>
                </a:lnTo>
                <a:lnTo>
                  <a:pt x="2615203" y="952"/>
                </a:lnTo>
                <a:lnTo>
                  <a:pt x="2613984" y="952"/>
                </a:lnTo>
                <a:close/>
                <a:moveTo>
                  <a:pt x="0" y="0"/>
                </a:moveTo>
                <a:lnTo>
                  <a:pt x="2173113" y="0"/>
                </a:lnTo>
                <a:lnTo>
                  <a:pt x="2173113" y="952"/>
                </a:lnTo>
                <a:lnTo>
                  <a:pt x="0" y="952"/>
                </a:lnTo>
                <a:close/>
              </a:path>
            </a:pathLst>
          </a:cu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Chỗ dành sẵn cho Nội dung 6">
            <a:extLst>
              <a:ext uri="{FF2B5EF4-FFF2-40B4-BE49-F238E27FC236}">
                <a16:creationId xmlns:a16="http://schemas.microsoft.com/office/drawing/2014/main" id="{20F7F144-81B6-62BF-DBEC-22F325A83BB2}"/>
              </a:ext>
            </a:extLst>
          </p:cNvPr>
          <p:cNvSpPr>
            <a:spLocks noGrp="1"/>
          </p:cNvSpPr>
          <p:nvPr>
            <p:ph sz="half" idx="2"/>
          </p:nvPr>
        </p:nvSpPr>
        <p:spPr>
          <a:xfrm>
            <a:off x="6184248" y="2173288"/>
            <a:ext cx="5507009" cy="4002724"/>
          </a:xfrm>
        </p:spPr>
        <p:txBody>
          <a:bodyPr vert="horz" lIns="91440" tIns="45720" rIns="91440" bIns="45720" rtlCol="0" anchor="ctr">
            <a:normAutofit/>
          </a:bodyPr>
          <a:lstStyle/>
          <a:p>
            <a:pPr marL="0" marR="0" indent="0">
              <a:lnSpc>
                <a:spcPct val="107000"/>
              </a:lnSpc>
              <a:spcBef>
                <a:spcPts val="0"/>
              </a:spcBef>
              <a:spcAft>
                <a:spcPts val="800"/>
              </a:spcAft>
              <a:buNone/>
              <a:tabLst>
                <a:tab pos="4105275" algn="l"/>
              </a:tabLst>
            </a:pP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Ngày</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nay,</a:t>
            </a:r>
            <a:r>
              <a:rPr lang="en-US"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công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nghệ</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thông tin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ngày</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càng</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phát</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triển</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thì</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nhu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cầu</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cuộc</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sống</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cũng</a:t>
            </a:r>
            <a:r>
              <a:rPr lang="en-US" sz="1800" dirty="0">
                <a:solidFill>
                  <a:schemeClr val="bg1">
                    <a:lumMod val="95000"/>
                  </a:schemeClr>
                </a:solidFill>
                <a:latin typeface="+mj-lt"/>
                <a:ea typeface="Calibri" panose="020F0502020204030204" pitchFamily="34" charset="0"/>
                <a:cs typeface="Times New Roman" panose="02020603050405020304" pitchFamily="18" charset="0"/>
              </a:rPr>
              <a:t> </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như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việc</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ứng</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dụng</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Công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nghệ</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thông tin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vào</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công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việc</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của</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con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người</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được</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phát</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triển</a:t>
            </a:r>
            <a:r>
              <a:rPr lang="en-US" sz="1800" dirty="0">
                <a:solidFill>
                  <a:schemeClr val="bg1">
                    <a:lumMod val="95000"/>
                  </a:schemeClr>
                </a:solidFill>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mạnh</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mẽ</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và</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ngày</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càng</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đa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dạng</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hơn,</a:t>
            </a:r>
            <a:r>
              <a:rPr lang="en-US"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đặc</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biệt</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vấn</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đề</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quản</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lý</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đang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được</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mọi</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người</a:t>
            </a:r>
            <a:r>
              <a:rPr lang="en-US" sz="1800" dirty="0">
                <a:solidFill>
                  <a:schemeClr val="bg1">
                    <a:lumMod val="95000"/>
                  </a:schemeClr>
                </a:solidFill>
                <a:latin typeface="+mj-lt"/>
                <a:ea typeface="Calibri" panose="020F0502020204030204" pitchFamily="34" charset="0"/>
                <a:cs typeface="Times New Roman" panose="02020603050405020304" pitchFamily="18" charset="0"/>
              </a:rPr>
              <a:t> </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quan tâm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và</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phát</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triển</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en-US" sz="1800" dirty="0">
                <a:solidFill>
                  <a:schemeClr val="bg1">
                    <a:lumMod val="95000"/>
                  </a:schemeClr>
                </a:solidFill>
                <a:effectLst/>
                <a:latin typeface="Calibri Light (Đầu đề)"/>
                <a:ea typeface="Calibri" panose="020F0502020204030204" pitchFamily="34" charset="0"/>
                <a:cs typeface="Times New Roman" panose="02020603050405020304" pitchFamily="18" charset="0"/>
              </a:rPr>
              <a:t>n</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hiều</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công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nghệ</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sử</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dụng</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mới</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được</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áp</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dụng</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hàng</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ngày,cũng</a:t>
            </a:r>
            <a:r>
              <a:rPr lang="en-US" sz="1800" dirty="0">
                <a:solidFill>
                  <a:schemeClr val="bg1">
                    <a:lumMod val="95000"/>
                  </a:schemeClr>
                </a:solidFill>
                <a:latin typeface="+mj-lt"/>
                <a:ea typeface="Calibri" panose="020F0502020204030204" pitchFamily="34" charset="0"/>
                <a:cs typeface="Times New Roman" panose="02020603050405020304" pitchFamily="18" charset="0"/>
              </a:rPr>
              <a:t> </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như đưa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phần</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mềm</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vào</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quản</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lý</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ngày</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càng</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trực</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quan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và</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sinh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động</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hơn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với</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người</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sử</a:t>
            </a:r>
            <a:r>
              <a:rPr lang="en-US" sz="1800" dirty="0">
                <a:solidFill>
                  <a:schemeClr val="bg1">
                    <a:lumMod val="95000"/>
                  </a:schemeClr>
                </a:solidFill>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rPr>
              <a:t>dụng</a:t>
            </a:r>
            <a:r>
              <a:rPr lang="vi-VN" sz="1800" dirty="0">
                <a:solidFill>
                  <a:schemeClr val="bg1">
                    <a:lumMod val="95000"/>
                  </a:schemeClr>
                </a:solidFill>
                <a:effectLst/>
                <a:latin typeface="+mj-lt"/>
                <a:ea typeface="Calibri" panose="020F0502020204030204" pitchFamily="34" charset="0"/>
              </a:rPr>
              <a:t>,</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nhằm</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phục</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vụ</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nhu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cầu</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truyền</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thông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của</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con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người</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hoạt</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động</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kinh doanh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điện</a:t>
            </a:r>
            <a:r>
              <a:rPr lang="en-US" sz="1800" dirty="0">
                <a:solidFill>
                  <a:schemeClr val="bg1">
                    <a:lumMod val="95000"/>
                  </a:schemeClr>
                </a:solidFill>
                <a:latin typeface="Calibri" panose="020F0502020204030204" pitchFamily="34" charset="0"/>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thoại</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di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động</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ngày</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càng</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phát</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triển</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mạnh</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mẽ</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trong xu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hướng</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bán</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lẻ</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của</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doanh</a:t>
            </a:r>
            <a:r>
              <a:rPr lang="en-US" sz="1800" dirty="0">
                <a:solidFill>
                  <a:schemeClr val="bg1">
                    <a:lumMod val="95000"/>
                  </a:schemeClr>
                </a:solidFill>
                <a:latin typeface="Calibri" panose="020F0502020204030204" pitchFamily="34" charset="0"/>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nghiệp</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8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tabLst>
                <a:tab pos="4105275" algn="l"/>
              </a:tabLst>
            </a:pPr>
            <a:endParaRPr lang="en-US" sz="2000" dirty="0">
              <a:solidFill>
                <a:schemeClr val="bg1">
                  <a:lumMod val="95000"/>
                </a:schemeClr>
              </a:solidFill>
              <a:latin typeface="+mj-lt"/>
            </a:endParaRPr>
          </a:p>
        </p:txBody>
      </p:sp>
    </p:spTree>
    <p:extLst>
      <p:ext uri="{BB962C8B-B14F-4D97-AF65-F5344CB8AC3E}">
        <p14:creationId xmlns:p14="http://schemas.microsoft.com/office/powerpoint/2010/main" val="140303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6" name="Tiêu đề 5">
            <a:extLst>
              <a:ext uri="{FF2B5EF4-FFF2-40B4-BE49-F238E27FC236}">
                <a16:creationId xmlns:a16="http://schemas.microsoft.com/office/drawing/2014/main" id="{8A7C6017-14AD-E3EE-C0AD-0066B361B315}"/>
              </a:ext>
            </a:extLst>
          </p:cNvPr>
          <p:cNvSpPr>
            <a:spLocks noGrp="1"/>
          </p:cNvSpPr>
          <p:nvPr>
            <p:ph type="title"/>
          </p:nvPr>
        </p:nvSpPr>
        <p:spPr>
          <a:xfrm>
            <a:off x="838200" y="365126"/>
            <a:ext cx="5340605" cy="1146176"/>
          </a:xfrm>
        </p:spPr>
        <p:txBody>
          <a:bodyPr vert="horz" lIns="91440" tIns="45720" rIns="91440" bIns="45720" rtlCol="0" anchor="ctr">
            <a:normAutofit fontScale="90000"/>
          </a:bodyPr>
          <a:lstStyle/>
          <a:p>
            <a:r>
              <a:rPr lang="vi-VN" sz="44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GIỚI THIỆU ĐỀ TÀI: TOPIC</a:t>
            </a:r>
            <a:endParaRPr lang="en-US" dirty="0">
              <a:solidFill>
                <a:schemeClr val="bg1"/>
              </a:solidFill>
            </a:endParaRPr>
          </a:p>
        </p:txBody>
      </p:sp>
      <p:sp>
        <p:nvSpPr>
          <p:cNvPr id="12" name="Freeform: Shape 11">
            <a:extLst>
              <a:ext uri="{FF2B5EF4-FFF2-40B4-BE49-F238E27FC236}">
                <a16:creationId xmlns:a16="http://schemas.microsoft.com/office/drawing/2014/main" id="{05C7EBC3-4672-4DAB-81C2-58661FAFAE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78805" y="-2"/>
            <a:ext cx="6013194" cy="1511304"/>
          </a:xfrm>
          <a:custGeom>
            <a:avLst/>
            <a:gdLst>
              <a:gd name="connsiteX0" fmla="*/ 4545473 w 6013194"/>
              <a:gd name="connsiteY0" fmla="*/ 0 h 1511304"/>
              <a:gd name="connsiteX1" fmla="*/ 6013194 w 6013194"/>
              <a:gd name="connsiteY1" fmla="*/ 0 h 1511304"/>
              <a:gd name="connsiteX2" fmla="*/ 6013194 w 6013194"/>
              <a:gd name="connsiteY2" fmla="*/ 1508760 h 1511304"/>
              <a:gd name="connsiteX3" fmla="*/ 4545474 w 6013194"/>
              <a:gd name="connsiteY3" fmla="*/ 1508760 h 1511304"/>
              <a:gd name="connsiteX4" fmla="*/ 4545474 w 6013194"/>
              <a:gd name="connsiteY4" fmla="*/ 1511304 h 1511304"/>
              <a:gd name="connsiteX5" fmla="*/ 0 w 6013194"/>
              <a:gd name="connsiteY5" fmla="*/ 1511304 h 1511304"/>
              <a:gd name="connsiteX6" fmla="*/ 697617 w 6013194"/>
              <a:gd name="connsiteY6" fmla="*/ 3 h 1511304"/>
              <a:gd name="connsiteX7" fmla="*/ 4545473 w 6013194"/>
              <a:gd name="connsiteY7" fmla="*/ 3 h 151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3194" h="1511304">
                <a:moveTo>
                  <a:pt x="4545473" y="0"/>
                </a:moveTo>
                <a:lnTo>
                  <a:pt x="6013194" y="0"/>
                </a:lnTo>
                <a:lnTo>
                  <a:pt x="6013194" y="1508760"/>
                </a:lnTo>
                <a:lnTo>
                  <a:pt x="4545474" y="1508760"/>
                </a:lnTo>
                <a:lnTo>
                  <a:pt x="4545474" y="1511304"/>
                </a:lnTo>
                <a:lnTo>
                  <a:pt x="0" y="1511304"/>
                </a:lnTo>
                <a:lnTo>
                  <a:pt x="697617" y="3"/>
                </a:lnTo>
                <a:lnTo>
                  <a:pt x="4545473" y="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hỗ dành sẵn cho Nội dung 4" descr="Ảnh có chứa văn bản, thiên nhiên&#10;&#10;Mô tả được tạo tự động">
            <a:extLst>
              <a:ext uri="{FF2B5EF4-FFF2-40B4-BE49-F238E27FC236}">
                <a16:creationId xmlns:a16="http://schemas.microsoft.com/office/drawing/2014/main" id="{A40D4696-EB64-4EBC-949B-456919442F58}"/>
              </a:ext>
            </a:extLst>
          </p:cNvPr>
          <p:cNvPicPr>
            <a:picLocks noGrp="1" noChangeAspect="1"/>
          </p:cNvPicPr>
          <p:nvPr>
            <p:ph sz="half" idx="1"/>
          </p:nvPr>
        </p:nvPicPr>
        <p:blipFill rotWithShape="1">
          <a:blip r:embed="rId2">
            <a:extLst>
              <a:ext uri="{28A0092B-C50C-407E-A947-70E740481C1C}">
                <a14:useLocalDpi xmlns:a14="http://schemas.microsoft.com/office/drawing/2010/main" val="0"/>
              </a:ext>
            </a:extLst>
          </a:blip>
          <a:srcRect l="15637" r="26959" b="1"/>
          <a:stretch/>
        </p:blipFill>
        <p:spPr>
          <a:xfrm>
            <a:off x="1" y="1691640"/>
            <a:ext cx="5931454" cy="5166360"/>
          </a:xfrm>
          <a:custGeom>
            <a:avLst/>
            <a:gdLst/>
            <a:ahLst/>
            <a:cxnLst/>
            <a:rect l="l" t="t" r="r" b="b"/>
            <a:pathLst>
              <a:path w="5931454" h="5166360">
                <a:moveTo>
                  <a:pt x="0" y="0"/>
                </a:moveTo>
                <a:lnTo>
                  <a:pt x="5931454" y="0"/>
                </a:lnTo>
                <a:lnTo>
                  <a:pt x="3537575" y="5166360"/>
                </a:lnTo>
                <a:lnTo>
                  <a:pt x="0" y="5166360"/>
                </a:lnTo>
                <a:close/>
              </a:path>
            </a:pathLst>
          </a:custGeom>
        </p:spPr>
      </p:pic>
      <p:sp>
        <p:nvSpPr>
          <p:cNvPr id="14" name="Freeform: Shape 13">
            <a:extLst>
              <a:ext uri="{FF2B5EF4-FFF2-40B4-BE49-F238E27FC236}">
                <a16:creationId xmlns:a16="http://schemas.microsoft.com/office/drawing/2014/main" id="{1ABCC31D-213C-44E9-9CC8-8FB2DFC22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797" y="1690688"/>
            <a:ext cx="8711202" cy="5167312"/>
          </a:xfrm>
          <a:custGeom>
            <a:avLst/>
            <a:gdLst>
              <a:gd name="connsiteX0" fmla="*/ 2613984 w 8711202"/>
              <a:gd name="connsiteY0" fmla="*/ 0 h 5167312"/>
              <a:gd name="connsiteX1" fmla="*/ 7243482 w 8711202"/>
              <a:gd name="connsiteY1" fmla="*/ 0 h 5167312"/>
              <a:gd name="connsiteX2" fmla="*/ 8711202 w 8711202"/>
              <a:gd name="connsiteY2" fmla="*/ 0 h 5167312"/>
              <a:gd name="connsiteX3" fmla="*/ 8711202 w 8711202"/>
              <a:gd name="connsiteY3" fmla="*/ 5167312 h 5167312"/>
              <a:gd name="connsiteX4" fmla="*/ 7243482 w 8711202"/>
              <a:gd name="connsiteY4" fmla="*/ 5167312 h 5167312"/>
              <a:gd name="connsiteX5" fmla="*/ 221324 w 8711202"/>
              <a:gd name="connsiteY5" fmla="*/ 5167312 h 5167312"/>
              <a:gd name="connsiteX6" fmla="*/ 2615203 w 8711202"/>
              <a:gd name="connsiteY6" fmla="*/ 952 h 5167312"/>
              <a:gd name="connsiteX7" fmla="*/ 2613984 w 8711202"/>
              <a:gd name="connsiteY7" fmla="*/ 952 h 5167312"/>
              <a:gd name="connsiteX8" fmla="*/ 0 w 8711202"/>
              <a:gd name="connsiteY8" fmla="*/ 0 h 5167312"/>
              <a:gd name="connsiteX9" fmla="*/ 2173113 w 8711202"/>
              <a:gd name="connsiteY9" fmla="*/ 0 h 5167312"/>
              <a:gd name="connsiteX10" fmla="*/ 2173113 w 8711202"/>
              <a:gd name="connsiteY10" fmla="*/ 952 h 5167312"/>
              <a:gd name="connsiteX11" fmla="*/ 0 w 8711202"/>
              <a:gd name="connsiteY11" fmla="*/ 952 h 516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11202" h="5167312">
                <a:moveTo>
                  <a:pt x="2613984" y="0"/>
                </a:moveTo>
                <a:lnTo>
                  <a:pt x="7243482" y="0"/>
                </a:lnTo>
                <a:lnTo>
                  <a:pt x="8711202" y="0"/>
                </a:lnTo>
                <a:lnTo>
                  <a:pt x="8711202" y="5167312"/>
                </a:lnTo>
                <a:lnTo>
                  <a:pt x="7243482" y="5167312"/>
                </a:lnTo>
                <a:lnTo>
                  <a:pt x="221324" y="5167312"/>
                </a:lnTo>
                <a:lnTo>
                  <a:pt x="2615203" y="952"/>
                </a:lnTo>
                <a:lnTo>
                  <a:pt x="2613984" y="952"/>
                </a:lnTo>
                <a:close/>
                <a:moveTo>
                  <a:pt x="0" y="0"/>
                </a:moveTo>
                <a:lnTo>
                  <a:pt x="2173113" y="0"/>
                </a:lnTo>
                <a:lnTo>
                  <a:pt x="2173113" y="952"/>
                </a:lnTo>
                <a:lnTo>
                  <a:pt x="0" y="952"/>
                </a:lnTo>
                <a:close/>
              </a:path>
            </a:pathLst>
          </a:cu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Chỗ dành sẵn cho Nội dung 6">
            <a:extLst>
              <a:ext uri="{FF2B5EF4-FFF2-40B4-BE49-F238E27FC236}">
                <a16:creationId xmlns:a16="http://schemas.microsoft.com/office/drawing/2014/main" id="{96F0913C-4AA8-3C6D-888B-A8D23A62D3F2}"/>
              </a:ext>
            </a:extLst>
          </p:cNvPr>
          <p:cNvSpPr>
            <a:spLocks noGrp="1"/>
          </p:cNvSpPr>
          <p:nvPr>
            <p:ph sz="half" idx="2"/>
          </p:nvPr>
        </p:nvSpPr>
        <p:spPr>
          <a:xfrm>
            <a:off x="6184248" y="2173288"/>
            <a:ext cx="5507009" cy="4002724"/>
          </a:xfrm>
        </p:spPr>
        <p:txBody>
          <a:bodyPr vert="horz" lIns="91440" tIns="45720" rIns="91440" bIns="45720" rtlCol="0" anchor="ctr">
            <a:normAutofit/>
          </a:bodyPr>
          <a:lstStyle/>
          <a:p>
            <a:pPr marL="0" marR="0" indent="0">
              <a:lnSpc>
                <a:spcPct val="107000"/>
              </a:lnSpc>
              <a:spcBef>
                <a:spcPts val="0"/>
              </a:spcBef>
              <a:spcAft>
                <a:spcPts val="800"/>
              </a:spcAft>
              <a:buNone/>
              <a:tabLst>
                <a:tab pos="4105275" algn="l"/>
              </a:tabLst>
            </a:pP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Hiện</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nay,</a:t>
            </a:r>
            <a:r>
              <a:rPr lang="en-US"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đa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số</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các</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cửa</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hàng</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điện</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thoại</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di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động</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đều</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chưa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có</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phần</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mềm</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quản</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lý</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a:t>
            </a:r>
            <a:r>
              <a:rPr lang="en-US"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các</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phương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pháp</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quản</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lý</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đều</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thực</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hiện</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một</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cách</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thủ</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công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chủ</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yếu</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bằng</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ghi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chép</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sổ</a:t>
            </a:r>
            <a:r>
              <a:rPr lang="en-US" sz="1800" dirty="0">
                <a:solidFill>
                  <a:schemeClr val="bg1">
                    <a:lumMod val="95000"/>
                  </a:schemeClr>
                </a:solidFill>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sách</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Nhằm</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giảm</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thao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tác</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thủ</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công,mang</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lại</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tinh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chính</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xác</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và</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hiệu</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quả</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cao trong</a:t>
            </a:r>
            <a:r>
              <a:rPr lang="en-US"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công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tác</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quản</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lý</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hoạt</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động</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kinh doanh.</a:t>
            </a:r>
            <a:r>
              <a:rPr lang="en-US"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Với</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mục</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tiêu trên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thì</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trọng</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tâm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của</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đề</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tài</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này</a:t>
            </a:r>
            <a:r>
              <a:rPr lang="en-US" sz="1800" dirty="0">
                <a:solidFill>
                  <a:schemeClr val="bg1">
                    <a:lumMod val="95000"/>
                  </a:schemeClr>
                </a:solidFill>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sẽ</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đi sâu nghiên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cứu</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và</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phát</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triển</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phần</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mềm</a:t>
            </a:r>
            <a:r>
              <a:rPr lang="en-US"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Quản</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lý</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cửa</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hàng</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điện</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thoại</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di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động</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a:t>
            </a:r>
            <a:r>
              <a:rPr lang="en-US"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Là</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một</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đề</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tài</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mang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tính</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thực</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tế</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và</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đáp</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ứng</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được</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nhu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cầu</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trong công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tác</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quản</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lý</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a:t>
            </a:r>
            <a:r>
              <a:rPr lang="en-US"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Để</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đáp</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ứng</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được</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nhu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cầu</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cho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việc</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quản</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lý</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cửa</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hàng</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dễ</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dàng</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và</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thuận</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tiện</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en-US"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Vì</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vậy</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mà</a:t>
            </a:r>
            <a:r>
              <a:rPr lang="en-US" sz="1800" dirty="0">
                <a:solidFill>
                  <a:schemeClr val="bg1">
                    <a:lumMod val="95000"/>
                  </a:schemeClr>
                </a:solidFill>
                <a:latin typeface="+mj-lt"/>
                <a:ea typeface="Calibri" panose="020F0502020204030204" pitchFamily="34" charset="0"/>
                <a:cs typeface="Times New Roman" panose="02020603050405020304" pitchFamily="18" charset="0"/>
              </a:rPr>
              <a:t> </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em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đã</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chọn</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đề</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tài</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này</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để</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phát</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triển</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phần</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mềm</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của</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mj-lt"/>
                <a:ea typeface="Calibri" panose="020F0502020204030204" pitchFamily="34" charset="0"/>
                <a:cs typeface="Times New Roman" panose="02020603050405020304" pitchFamily="18" charset="0"/>
              </a:rPr>
              <a:t>mình</a:t>
            </a:r>
            <a:r>
              <a:rPr lang="vi-VN" sz="1800" dirty="0">
                <a:solidFill>
                  <a:schemeClr val="bg1">
                    <a:lumMod val="95000"/>
                  </a:schemeClr>
                </a:solidFill>
                <a:effectLst/>
                <a:latin typeface="+mj-lt"/>
                <a:ea typeface="Calibri" panose="020F0502020204030204" pitchFamily="34" charset="0"/>
                <a:cs typeface="Times New Roman" panose="02020603050405020304" pitchFamily="18" charset="0"/>
              </a:rPr>
              <a:t>.</a:t>
            </a:r>
            <a:endParaRPr lang="en-US" sz="2000" dirty="0">
              <a:solidFill>
                <a:schemeClr val="bg1">
                  <a:lumMod val="95000"/>
                </a:schemeClr>
              </a:solidFill>
              <a:latin typeface="+mj-lt"/>
            </a:endParaRPr>
          </a:p>
        </p:txBody>
      </p:sp>
    </p:spTree>
    <p:extLst>
      <p:ext uri="{BB962C8B-B14F-4D97-AF65-F5344CB8AC3E}">
        <p14:creationId xmlns:p14="http://schemas.microsoft.com/office/powerpoint/2010/main" val="1436053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endParaRPr lang="en-US"/>
          </a:p>
        </p:txBody>
      </p:sp>
      <p:sp>
        <p:nvSpPr>
          <p:cNvPr id="2" name="Tiêu đề 1">
            <a:extLst>
              <a:ext uri="{FF2B5EF4-FFF2-40B4-BE49-F238E27FC236}">
                <a16:creationId xmlns:a16="http://schemas.microsoft.com/office/drawing/2014/main" id="{2668D56D-7FAD-077D-FCDE-F167D65AD613}"/>
              </a:ext>
            </a:extLst>
          </p:cNvPr>
          <p:cNvSpPr>
            <a:spLocks noGrp="1"/>
          </p:cNvSpPr>
          <p:nvPr>
            <p:ph type="title"/>
          </p:nvPr>
        </p:nvSpPr>
        <p:spPr>
          <a:xfrm>
            <a:off x="841246" y="673770"/>
            <a:ext cx="3644489" cy="2414488"/>
          </a:xfrm>
        </p:spPr>
        <p:txBody>
          <a:bodyPr anchor="t">
            <a:normAutofit/>
          </a:bodyPr>
          <a:lstStyle/>
          <a:p>
            <a:r>
              <a:rPr lang="en-US" sz="5400" dirty="0">
                <a:solidFill>
                  <a:srgbClr val="FFFFFF"/>
                </a:solidFill>
                <a:latin typeface="Times New Roman" panose="02020603050405020304" pitchFamily="18" charset="0"/>
                <a:ea typeface="Calibri" panose="020F0502020204030204" pitchFamily="34" charset="0"/>
              </a:rPr>
              <a:t>N</a:t>
            </a:r>
            <a:r>
              <a:rPr lang="vi-VN" sz="5400" dirty="0" err="1">
                <a:solidFill>
                  <a:srgbClr val="FFFFFF"/>
                </a:solidFill>
                <a:effectLst/>
                <a:latin typeface="Times New Roman" panose="02020603050405020304" pitchFamily="18" charset="0"/>
                <a:ea typeface="Calibri" panose="020F0502020204030204" pitchFamily="34" charset="0"/>
              </a:rPr>
              <a:t>hiệm</a:t>
            </a:r>
            <a:r>
              <a:rPr lang="vi-VN" sz="5400" dirty="0">
                <a:solidFill>
                  <a:srgbClr val="FFFFFF"/>
                </a:solidFill>
                <a:effectLst/>
                <a:latin typeface="Times New Roman" panose="02020603050405020304" pitchFamily="18" charset="0"/>
                <a:ea typeface="Calibri" panose="020F0502020204030204" pitchFamily="34" charset="0"/>
              </a:rPr>
              <a:t> </a:t>
            </a:r>
            <a:r>
              <a:rPr lang="vi-VN" sz="5400" dirty="0" err="1">
                <a:solidFill>
                  <a:srgbClr val="FFFFFF"/>
                </a:solidFill>
                <a:effectLst/>
                <a:latin typeface="Times New Roman" panose="02020603050405020304" pitchFamily="18" charset="0"/>
                <a:ea typeface="Calibri" panose="020F0502020204030204" pitchFamily="34" charset="0"/>
              </a:rPr>
              <a:t>vụ</a:t>
            </a:r>
            <a:r>
              <a:rPr lang="vi-VN" sz="5400" dirty="0">
                <a:solidFill>
                  <a:srgbClr val="FFFFFF"/>
                </a:solidFill>
                <a:effectLst/>
                <a:latin typeface="Times New Roman" panose="02020603050405020304" pitchFamily="18" charset="0"/>
                <a:ea typeface="Calibri" panose="020F0502020204030204" pitchFamily="34" charset="0"/>
              </a:rPr>
              <a:t> cơ </a:t>
            </a:r>
            <a:r>
              <a:rPr lang="vi-VN" sz="5400" dirty="0" err="1">
                <a:solidFill>
                  <a:srgbClr val="FFFFFF"/>
                </a:solidFill>
                <a:effectLst/>
                <a:latin typeface="Times New Roman" panose="02020603050405020304" pitchFamily="18" charset="0"/>
                <a:ea typeface="Calibri" panose="020F0502020204030204" pitchFamily="34" charset="0"/>
              </a:rPr>
              <a:t>bản</a:t>
            </a:r>
            <a:r>
              <a:rPr lang="en-US" sz="5400" dirty="0">
                <a:solidFill>
                  <a:srgbClr val="FFFFFF"/>
                </a:solidFill>
                <a:latin typeface="Times New Roman" panose="02020603050405020304" pitchFamily="18" charset="0"/>
                <a:ea typeface="Calibri" panose="020F0502020204030204" pitchFamily="34" charset="0"/>
              </a:rPr>
              <a:t>:</a:t>
            </a:r>
            <a:endParaRPr lang="en-US" sz="5400" dirty="0">
              <a:solidFill>
                <a:srgbClr val="FFFFFF"/>
              </a:solidFill>
            </a:endParaRPr>
          </a:p>
        </p:txBody>
      </p:sp>
      <p:sp>
        <p:nvSpPr>
          <p:cNvPr id="3" name="Chỗ dành sẵn cho Nội dung 2">
            <a:extLst>
              <a:ext uri="{FF2B5EF4-FFF2-40B4-BE49-F238E27FC236}">
                <a16:creationId xmlns:a16="http://schemas.microsoft.com/office/drawing/2014/main" id="{3CF84EEF-BF2B-2FA6-CFAE-6A477340A0E3}"/>
              </a:ext>
            </a:extLst>
          </p:cNvPr>
          <p:cNvSpPr>
            <a:spLocks noGrp="1"/>
          </p:cNvSpPr>
          <p:nvPr>
            <p:ph idx="1"/>
          </p:nvPr>
        </p:nvSpPr>
        <p:spPr>
          <a:xfrm>
            <a:off x="6095999" y="882315"/>
            <a:ext cx="5254754" cy="5294647"/>
          </a:xfrm>
        </p:spPr>
        <p:txBody>
          <a:bodyPr>
            <a:normAutofit/>
          </a:bodyPr>
          <a:lstStyle/>
          <a:p>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Khi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khách</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hàng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có</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yêu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cầu</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mua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sản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phẩm</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của</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cửa</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hàng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thì</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hệ</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thống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phải</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cung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cấp</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sản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phẩm</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kịp</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thời</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chính</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xác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cho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khách</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hàng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22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a:p>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Khi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cửa</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hàng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muốn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nhập</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sản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phẩm</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về</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kho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thì</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hệ</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thống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nhận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hàng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đầy</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đủ</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sản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phẩm</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đã</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đặt</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22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a:p>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Việc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thực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hiện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quy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trình</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trên không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để</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xảy</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ra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sai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sót</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về</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sản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phẩm</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nhận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cũng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như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sản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phẩm</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cung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cấp</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và</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cả</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quá</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trình</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thanh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toán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22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2200" dirty="0"/>
          </a:p>
        </p:txBody>
      </p:sp>
    </p:spTree>
    <p:extLst>
      <p:ext uri="{BB962C8B-B14F-4D97-AF65-F5344CB8AC3E}">
        <p14:creationId xmlns:p14="http://schemas.microsoft.com/office/powerpoint/2010/main" val="128709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71D4E44A-1A37-614F-B286-D18C41DB9C43}"/>
              </a:ext>
            </a:extLst>
          </p:cNvPr>
          <p:cNvSpPr>
            <a:spLocks noGrp="1"/>
          </p:cNvSpPr>
          <p:nvPr>
            <p:ph type="title"/>
          </p:nvPr>
        </p:nvSpPr>
        <p:spPr/>
        <p:txBody>
          <a:bodyPr>
            <a:normAutofit/>
          </a:bodyPr>
          <a:lstStyle/>
          <a:p>
            <a:pPr algn="ctr"/>
            <a:r>
              <a:rPr lang="en-US" sz="5400" dirty="0">
                <a:solidFill>
                  <a:schemeClr val="bg1">
                    <a:lumMod val="95000"/>
                  </a:schemeClr>
                </a:solidFill>
                <a:latin typeface="Times New Roman" panose="02020603050405020304" pitchFamily="18" charset="0"/>
                <a:ea typeface="Calibri" panose="020F0502020204030204" pitchFamily="34" charset="0"/>
              </a:rPr>
              <a:t>C</a:t>
            </a:r>
            <a:r>
              <a:rPr lang="vi-VN" sz="5400" dirty="0">
                <a:solidFill>
                  <a:schemeClr val="bg1">
                    <a:lumMod val="95000"/>
                  </a:schemeClr>
                </a:solidFill>
                <a:effectLst/>
                <a:latin typeface="Times New Roman" panose="02020603050405020304" pitchFamily="18" charset="0"/>
                <a:ea typeface="Calibri" panose="020F0502020204030204" pitchFamily="34" charset="0"/>
              </a:rPr>
              <a:t>ơ </a:t>
            </a:r>
            <a:r>
              <a:rPr lang="vi-VN" sz="5400" dirty="0" err="1">
                <a:solidFill>
                  <a:schemeClr val="bg1">
                    <a:lumMod val="95000"/>
                  </a:schemeClr>
                </a:solidFill>
                <a:effectLst/>
                <a:latin typeface="Times New Roman" panose="02020603050405020304" pitchFamily="18" charset="0"/>
                <a:ea typeface="Calibri" panose="020F0502020204030204" pitchFamily="34" charset="0"/>
              </a:rPr>
              <a:t>cấu</a:t>
            </a:r>
            <a:r>
              <a:rPr lang="vi-VN" sz="5400" dirty="0">
                <a:solidFill>
                  <a:schemeClr val="bg1">
                    <a:lumMod val="95000"/>
                  </a:schemeClr>
                </a:solidFill>
                <a:effectLst/>
                <a:latin typeface="Times New Roman" panose="02020603050405020304" pitchFamily="18" charset="0"/>
                <a:ea typeface="Calibri" panose="020F0502020204030204" pitchFamily="34" charset="0"/>
              </a:rPr>
              <a:t> </a:t>
            </a:r>
            <a:r>
              <a:rPr lang="vi-VN" sz="5400" dirty="0" err="1">
                <a:solidFill>
                  <a:schemeClr val="bg1">
                    <a:lumMod val="95000"/>
                  </a:schemeClr>
                </a:solidFill>
                <a:effectLst/>
                <a:latin typeface="Times New Roman" panose="02020603050405020304" pitchFamily="18" charset="0"/>
                <a:ea typeface="Calibri" panose="020F0502020204030204" pitchFamily="34" charset="0"/>
              </a:rPr>
              <a:t>tổ</a:t>
            </a:r>
            <a:r>
              <a:rPr lang="vi-VN" sz="5400" dirty="0">
                <a:solidFill>
                  <a:schemeClr val="bg1">
                    <a:lumMod val="95000"/>
                  </a:schemeClr>
                </a:solidFill>
                <a:effectLst/>
                <a:latin typeface="Times New Roman" panose="02020603050405020304" pitchFamily="18" charset="0"/>
                <a:ea typeface="Calibri" panose="020F0502020204030204" pitchFamily="34" charset="0"/>
              </a:rPr>
              <a:t> </a:t>
            </a:r>
            <a:r>
              <a:rPr lang="vi-VN" sz="5400" dirty="0" err="1">
                <a:solidFill>
                  <a:schemeClr val="bg1">
                    <a:lumMod val="95000"/>
                  </a:schemeClr>
                </a:solidFill>
                <a:effectLst/>
                <a:latin typeface="Times New Roman" panose="02020603050405020304" pitchFamily="18" charset="0"/>
                <a:ea typeface="Calibri" panose="020F0502020204030204" pitchFamily="34" charset="0"/>
              </a:rPr>
              <a:t>chức</a:t>
            </a:r>
            <a:r>
              <a:rPr lang="vi-VN" sz="5400" dirty="0">
                <a:solidFill>
                  <a:schemeClr val="bg1">
                    <a:lumMod val="95000"/>
                  </a:schemeClr>
                </a:solidFill>
                <a:effectLst/>
                <a:latin typeface="Times New Roman" panose="02020603050405020304" pitchFamily="18" charset="0"/>
                <a:ea typeface="Calibri" panose="020F0502020204030204" pitchFamily="34" charset="0"/>
              </a:rPr>
              <a:t> </a:t>
            </a:r>
            <a:r>
              <a:rPr lang="vi-VN" sz="5400" dirty="0" err="1">
                <a:solidFill>
                  <a:schemeClr val="bg1">
                    <a:lumMod val="95000"/>
                  </a:schemeClr>
                </a:solidFill>
                <a:effectLst/>
                <a:latin typeface="Times New Roman" panose="02020603050405020304" pitchFamily="18" charset="0"/>
                <a:ea typeface="Calibri" panose="020F0502020204030204" pitchFamily="34" charset="0"/>
              </a:rPr>
              <a:t>cửa</a:t>
            </a:r>
            <a:r>
              <a:rPr lang="vi-VN" sz="5400" dirty="0">
                <a:solidFill>
                  <a:schemeClr val="bg1">
                    <a:lumMod val="95000"/>
                  </a:schemeClr>
                </a:solidFill>
                <a:effectLst/>
                <a:latin typeface="Times New Roman" panose="02020603050405020304" pitchFamily="18" charset="0"/>
                <a:ea typeface="Calibri" panose="020F0502020204030204" pitchFamily="34" charset="0"/>
              </a:rPr>
              <a:t> </a:t>
            </a:r>
            <a:r>
              <a:rPr lang="vi-VN" sz="5400" dirty="0" err="1">
                <a:solidFill>
                  <a:schemeClr val="bg1">
                    <a:lumMod val="95000"/>
                  </a:schemeClr>
                </a:solidFill>
                <a:effectLst/>
                <a:latin typeface="Times New Roman" panose="02020603050405020304" pitchFamily="18" charset="0"/>
                <a:ea typeface="Calibri" panose="020F0502020204030204" pitchFamily="34" charset="0"/>
              </a:rPr>
              <a:t>hàng</a:t>
            </a:r>
            <a:r>
              <a:rPr lang="en-US" sz="5400" dirty="0">
                <a:solidFill>
                  <a:schemeClr val="bg1">
                    <a:lumMod val="95000"/>
                  </a:schemeClr>
                </a:solidFill>
                <a:latin typeface="Times New Roman" panose="02020603050405020304" pitchFamily="18" charset="0"/>
                <a:ea typeface="Calibri" panose="020F0502020204030204" pitchFamily="34" charset="0"/>
              </a:rPr>
              <a:t>:</a:t>
            </a:r>
            <a:endParaRPr lang="en-US" sz="5400" dirty="0">
              <a:solidFill>
                <a:schemeClr val="bg1">
                  <a:lumMod val="95000"/>
                </a:schemeClr>
              </a:solidFill>
            </a:endParaRPr>
          </a:p>
        </p:txBody>
      </p:sp>
      <p:graphicFrame>
        <p:nvGraphicFramePr>
          <p:cNvPr id="7" name="Chỗ dành sẵn cho Nội dung 2">
            <a:extLst>
              <a:ext uri="{FF2B5EF4-FFF2-40B4-BE49-F238E27FC236}">
                <a16:creationId xmlns:a16="http://schemas.microsoft.com/office/drawing/2014/main" id="{5CAFC375-55C0-5885-9499-D988CB6F457C}"/>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26061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Chỗ dành sẵn cho Nội dung 4" descr="Ảnh có chứa văn bản, người&#10;&#10;Mô tả được tạo tự động">
            <a:extLst>
              <a:ext uri="{FF2B5EF4-FFF2-40B4-BE49-F238E27FC236}">
                <a16:creationId xmlns:a16="http://schemas.microsoft.com/office/drawing/2014/main" id="{BF51EBC2-9256-E0BE-7209-3E4D2C469174}"/>
              </a:ext>
            </a:extLst>
          </p:cNvPr>
          <p:cNvPicPr>
            <a:picLocks noGrp="1" noChangeAspect="1"/>
          </p:cNvPicPr>
          <p:nvPr>
            <p:ph idx="1"/>
          </p:nvPr>
        </p:nvPicPr>
        <p:blipFill rotWithShape="1">
          <a:blip r:embed="rId2">
            <a:alphaModFix amt="50000"/>
            <a:extLst>
              <a:ext uri="{28A0092B-C50C-407E-A947-70E740481C1C}">
                <a14:useLocalDpi xmlns:a14="http://schemas.microsoft.com/office/drawing/2010/main" val="0"/>
              </a:ext>
            </a:extLst>
          </a:blip>
          <a:srcRect t="22445" r="-1" b="743"/>
          <a:stretch/>
        </p:blipFill>
        <p:spPr>
          <a:xfrm>
            <a:off x="20" y="10"/>
            <a:ext cx="12188930" cy="6857990"/>
          </a:xfrm>
          <a:prstGeom prst="rect">
            <a:avLst/>
          </a:prstGeom>
        </p:spPr>
      </p:pic>
      <p:sp>
        <p:nvSpPr>
          <p:cNvPr id="2" name="Tiêu đề 1">
            <a:extLst>
              <a:ext uri="{FF2B5EF4-FFF2-40B4-BE49-F238E27FC236}">
                <a16:creationId xmlns:a16="http://schemas.microsoft.com/office/drawing/2014/main" id="{4867ECBD-77F2-1310-EA83-59F1D8511436}"/>
              </a:ext>
            </a:extLst>
          </p:cNvPr>
          <p:cNvSpPr>
            <a:spLocks noGrp="1"/>
          </p:cNvSpPr>
          <p:nvPr>
            <p:ph type="title"/>
          </p:nvPr>
        </p:nvSpPr>
        <p:spPr>
          <a:xfrm>
            <a:off x="1524000" y="1122363"/>
            <a:ext cx="9144000" cy="3063240"/>
          </a:xfrm>
        </p:spPr>
        <p:txBody>
          <a:bodyPr vert="horz" lIns="91440" tIns="45720" rIns="91440" bIns="45720" rtlCol="0" anchor="b">
            <a:normAutofit/>
          </a:bodyPr>
          <a:lstStyle/>
          <a:p>
            <a:pPr algn="ctr"/>
            <a:r>
              <a:rPr lang="en-US" sz="6600" dirty="0">
                <a:ln>
                  <a:solidFill>
                    <a:schemeClr val="bg1"/>
                  </a:solidFill>
                </a:ln>
                <a:solidFill>
                  <a:srgbClr val="FFFFFF"/>
                </a:solidFill>
              </a:rPr>
              <a:t>II.</a:t>
            </a:r>
            <a:r>
              <a:rPr lang="en-US" sz="6600" dirty="0">
                <a:ln>
                  <a:solidFill>
                    <a:schemeClr val="bg1"/>
                  </a:solidFill>
                </a:ln>
                <a:solidFill>
                  <a:srgbClr val="FFFFFF"/>
                </a:solidFill>
                <a:effectLst/>
              </a:rPr>
              <a:t> GIỚI THIỆU CƠ SỞ DỮ LIỆU MÌNH CHỌN</a:t>
            </a:r>
            <a:br>
              <a:rPr lang="en-US" sz="6600" dirty="0">
                <a:solidFill>
                  <a:srgbClr val="FFFFFF"/>
                </a:solidFill>
                <a:effectLst/>
              </a:rPr>
            </a:br>
            <a:endParaRPr lang="en-US" sz="6600" dirty="0">
              <a:solidFill>
                <a:srgbClr val="FFFFFF"/>
              </a:solidFill>
            </a:endParaRPr>
          </a:p>
        </p:txBody>
      </p:sp>
      <p:sp>
        <p:nvSpPr>
          <p:cNvPr id="17"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rgbClr val="FFFFFF">
                <a:alpha val="75000"/>
              </a:srgb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5684877"/>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35CEECE4-2DB0-BD55-386B-2EFBC6F9D642}"/>
              </a:ext>
            </a:extLst>
          </p:cNvPr>
          <p:cNvSpPr>
            <a:spLocks noGrp="1"/>
          </p:cNvSpPr>
          <p:nvPr>
            <p:ph type="title"/>
          </p:nvPr>
        </p:nvSpPr>
        <p:spPr>
          <a:xfrm>
            <a:off x="572493" y="238539"/>
            <a:ext cx="11018520" cy="1434415"/>
          </a:xfrm>
        </p:spPr>
        <p:txBody>
          <a:bodyPr anchor="b">
            <a:normAutofit/>
          </a:bodyPr>
          <a:lstStyle/>
          <a:p>
            <a:r>
              <a:rPr lang="en-US" sz="5400" dirty="0" err="1">
                <a:solidFill>
                  <a:schemeClr val="bg1"/>
                </a:solidFill>
                <a:effectLst/>
                <a:latin typeface="Times New Roman" panose="02020603050405020304" pitchFamily="18" charset="0"/>
                <a:ea typeface="Calibri" panose="020F0502020204030204" pitchFamily="34" charset="0"/>
              </a:rPr>
              <a:t>Cơ</a:t>
            </a:r>
            <a:r>
              <a:rPr lang="en-US" sz="5400" dirty="0">
                <a:solidFill>
                  <a:schemeClr val="bg1"/>
                </a:solidFill>
                <a:effectLst/>
                <a:latin typeface="Times New Roman" panose="02020603050405020304" pitchFamily="18" charset="0"/>
                <a:ea typeface="Calibri" panose="020F0502020204030204" pitchFamily="34" charset="0"/>
              </a:rPr>
              <a:t> </a:t>
            </a:r>
            <a:r>
              <a:rPr lang="en-US" sz="5400" dirty="0" err="1">
                <a:solidFill>
                  <a:schemeClr val="bg1"/>
                </a:solidFill>
                <a:effectLst/>
                <a:latin typeface="Times New Roman" panose="02020603050405020304" pitchFamily="18" charset="0"/>
                <a:ea typeface="Calibri" panose="020F0502020204030204" pitchFamily="34" charset="0"/>
              </a:rPr>
              <a:t>sở</a:t>
            </a:r>
            <a:r>
              <a:rPr lang="en-US" sz="5400" dirty="0">
                <a:solidFill>
                  <a:schemeClr val="bg1"/>
                </a:solidFill>
                <a:effectLst/>
                <a:latin typeface="Times New Roman" panose="02020603050405020304" pitchFamily="18" charset="0"/>
                <a:ea typeface="Calibri" panose="020F0502020204030204" pitchFamily="34" charset="0"/>
              </a:rPr>
              <a:t> </a:t>
            </a:r>
            <a:r>
              <a:rPr lang="en-US" sz="5400" dirty="0" err="1">
                <a:solidFill>
                  <a:schemeClr val="bg1"/>
                </a:solidFill>
                <a:effectLst/>
                <a:latin typeface="Times New Roman" panose="02020603050405020304" pitchFamily="18" charset="0"/>
                <a:ea typeface="Calibri" panose="020F0502020204030204" pitchFamily="34" charset="0"/>
              </a:rPr>
              <a:t>dữ</a:t>
            </a:r>
            <a:r>
              <a:rPr lang="en-US" sz="5400" dirty="0">
                <a:solidFill>
                  <a:schemeClr val="bg1"/>
                </a:solidFill>
                <a:effectLst/>
                <a:latin typeface="Times New Roman" panose="02020603050405020304" pitchFamily="18" charset="0"/>
                <a:ea typeface="Calibri" panose="020F0502020204030204" pitchFamily="34" charset="0"/>
              </a:rPr>
              <a:t> </a:t>
            </a:r>
            <a:r>
              <a:rPr lang="en-US" sz="5400" dirty="0" err="1">
                <a:solidFill>
                  <a:schemeClr val="bg1"/>
                </a:solidFill>
                <a:effectLst/>
                <a:latin typeface="Times New Roman" panose="02020603050405020304" pitchFamily="18" charset="0"/>
                <a:ea typeface="Calibri" panose="020F0502020204030204" pitchFamily="34" charset="0"/>
              </a:rPr>
              <a:t>liệu</a:t>
            </a:r>
            <a:r>
              <a:rPr lang="en-US" sz="5400" dirty="0">
                <a:solidFill>
                  <a:schemeClr val="bg1"/>
                </a:solidFill>
                <a:effectLst/>
                <a:latin typeface="Times New Roman" panose="02020603050405020304" pitchFamily="18" charset="0"/>
                <a:ea typeface="Calibri" panose="020F0502020204030204" pitchFamily="34" charset="0"/>
              </a:rPr>
              <a:t> </a:t>
            </a:r>
            <a:r>
              <a:rPr lang="en-US" sz="5400" dirty="0" err="1">
                <a:solidFill>
                  <a:schemeClr val="bg1"/>
                </a:solidFill>
                <a:effectLst/>
                <a:latin typeface="Times New Roman" panose="02020603050405020304" pitchFamily="18" charset="0"/>
                <a:ea typeface="Calibri" panose="020F0502020204030204" pitchFamily="34" charset="0"/>
              </a:rPr>
              <a:t>phân</a:t>
            </a:r>
            <a:r>
              <a:rPr lang="en-US" sz="5400" dirty="0">
                <a:solidFill>
                  <a:schemeClr val="bg1"/>
                </a:solidFill>
                <a:effectLst/>
                <a:latin typeface="Times New Roman" panose="02020603050405020304" pitchFamily="18" charset="0"/>
                <a:ea typeface="Calibri" panose="020F0502020204030204" pitchFamily="34" charset="0"/>
              </a:rPr>
              <a:t> </a:t>
            </a:r>
            <a:r>
              <a:rPr lang="en-US" sz="5400" dirty="0" err="1">
                <a:solidFill>
                  <a:schemeClr val="bg1"/>
                </a:solidFill>
                <a:effectLst/>
                <a:latin typeface="Times New Roman" panose="02020603050405020304" pitchFamily="18" charset="0"/>
                <a:ea typeface="Calibri" panose="020F0502020204030204" pitchFamily="34" charset="0"/>
              </a:rPr>
              <a:t>tán</a:t>
            </a:r>
            <a:r>
              <a:rPr lang="en-US" sz="5400" dirty="0">
                <a:solidFill>
                  <a:schemeClr val="bg1"/>
                </a:solidFill>
                <a:effectLst/>
                <a:latin typeface="Times New Roman" panose="02020603050405020304" pitchFamily="18" charset="0"/>
                <a:ea typeface="Calibri" panose="020F0502020204030204" pitchFamily="34" charset="0"/>
              </a:rPr>
              <a:t> </a:t>
            </a:r>
            <a:endParaRPr lang="en-US" sz="5400" dirty="0">
              <a:solidFill>
                <a:schemeClr val="bg1"/>
              </a:solidFill>
            </a:endParaRP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hỗ dành sẵn cho Nội dung 2">
            <a:extLst>
              <a:ext uri="{FF2B5EF4-FFF2-40B4-BE49-F238E27FC236}">
                <a16:creationId xmlns:a16="http://schemas.microsoft.com/office/drawing/2014/main" id="{AB899427-C0FA-9435-8339-831E3BE1009A}"/>
              </a:ext>
            </a:extLst>
          </p:cNvPr>
          <p:cNvSpPr>
            <a:spLocks noGrp="1"/>
          </p:cNvSpPr>
          <p:nvPr>
            <p:ph idx="1"/>
          </p:nvPr>
        </p:nvSpPr>
        <p:spPr>
          <a:xfrm>
            <a:off x="572493" y="2071316"/>
            <a:ext cx="6713552" cy="4119172"/>
          </a:xfrm>
        </p:spPr>
        <p:txBody>
          <a:bodyPr anchor="t">
            <a:normAutofit/>
          </a:bodyPr>
          <a:lstStyle/>
          <a:p>
            <a:r>
              <a:rPr lang="en-US" sz="2200" dirty="0" err="1">
                <a:solidFill>
                  <a:schemeClr val="bg1"/>
                </a:solidFill>
                <a:latin typeface="Times New Roman" panose="02020603050405020304" pitchFamily="18" charset="0"/>
                <a:ea typeface="Calibri" panose="020F0502020204030204" pitchFamily="34" charset="0"/>
              </a:rPr>
              <a:t>L</a:t>
            </a:r>
            <a:r>
              <a:rPr lang="en-US" sz="2200" dirty="0" err="1">
                <a:solidFill>
                  <a:schemeClr val="bg1"/>
                </a:solidFill>
                <a:effectLst/>
                <a:latin typeface="Times New Roman" panose="02020603050405020304" pitchFamily="18" charset="0"/>
                <a:ea typeface="Calibri" panose="020F0502020204030204" pitchFamily="34" charset="0"/>
              </a:rPr>
              <a:t>à</a:t>
            </a:r>
            <a:r>
              <a:rPr lang="en-US" sz="2200" dirty="0">
                <a:solidFill>
                  <a:schemeClr val="bg1"/>
                </a:solidFill>
                <a:effectLst/>
                <a:latin typeface="Times New Roman" panose="02020603050405020304" pitchFamily="18" charset="0"/>
                <a:ea typeface="Calibri" panose="020F0502020204030204" pitchFamily="34" charset="0"/>
              </a:rPr>
              <a:t> </a:t>
            </a:r>
            <a:r>
              <a:rPr lang="en-US" sz="2200" dirty="0" err="1">
                <a:solidFill>
                  <a:schemeClr val="bg1"/>
                </a:solidFill>
                <a:effectLst/>
                <a:latin typeface="Times New Roman" panose="02020603050405020304" pitchFamily="18" charset="0"/>
                <a:ea typeface="Calibri" panose="020F0502020204030204" pitchFamily="34" charset="0"/>
              </a:rPr>
              <a:t>một</a:t>
            </a:r>
            <a:r>
              <a:rPr lang="en-US" sz="2200" dirty="0">
                <a:solidFill>
                  <a:schemeClr val="bg1"/>
                </a:solidFill>
                <a:effectLst/>
                <a:latin typeface="Times New Roman" panose="02020603050405020304" pitchFamily="18" charset="0"/>
                <a:ea typeface="Calibri" panose="020F0502020204030204" pitchFamily="34" charset="0"/>
              </a:rPr>
              <a:t> </a:t>
            </a:r>
            <a:r>
              <a:rPr lang="en-US" sz="2200" dirty="0" err="1">
                <a:solidFill>
                  <a:schemeClr val="bg1"/>
                </a:solidFill>
                <a:effectLst/>
                <a:latin typeface="Times New Roman" panose="02020603050405020304" pitchFamily="18" charset="0"/>
                <a:ea typeface="Calibri" panose="020F0502020204030204" pitchFamily="34" charset="0"/>
              </a:rPr>
              <a:t>tập</a:t>
            </a:r>
            <a:r>
              <a:rPr lang="en-US" sz="2200" dirty="0">
                <a:solidFill>
                  <a:schemeClr val="bg1"/>
                </a:solidFill>
                <a:effectLst/>
                <a:latin typeface="Times New Roman" panose="02020603050405020304" pitchFamily="18" charset="0"/>
                <a:ea typeface="Calibri" panose="020F0502020204030204" pitchFamily="34" charset="0"/>
              </a:rPr>
              <a:t> </a:t>
            </a:r>
            <a:r>
              <a:rPr lang="en-US" sz="2200" dirty="0" err="1">
                <a:solidFill>
                  <a:schemeClr val="bg1"/>
                </a:solidFill>
                <a:effectLst/>
                <a:latin typeface="Times New Roman" panose="02020603050405020304" pitchFamily="18" charset="0"/>
                <a:ea typeface="Calibri" panose="020F0502020204030204" pitchFamily="34" charset="0"/>
              </a:rPr>
              <a:t>hợp</a:t>
            </a:r>
            <a:r>
              <a:rPr lang="en-US" sz="2200" dirty="0">
                <a:solidFill>
                  <a:schemeClr val="bg1"/>
                </a:solidFill>
                <a:effectLst/>
                <a:latin typeface="Times New Roman" panose="02020603050405020304" pitchFamily="18" charset="0"/>
                <a:ea typeface="Calibri" panose="020F0502020204030204" pitchFamily="34" charset="0"/>
              </a:rPr>
              <a:t> </a:t>
            </a:r>
            <a:r>
              <a:rPr lang="en-US" sz="2200" dirty="0" err="1">
                <a:solidFill>
                  <a:schemeClr val="bg1"/>
                </a:solidFill>
                <a:effectLst/>
                <a:latin typeface="Times New Roman" panose="02020603050405020304" pitchFamily="18" charset="0"/>
                <a:ea typeface="Calibri" panose="020F0502020204030204" pitchFamily="34" charset="0"/>
              </a:rPr>
              <a:t>dữ</a:t>
            </a:r>
            <a:r>
              <a:rPr lang="en-US" sz="2200" dirty="0">
                <a:solidFill>
                  <a:schemeClr val="bg1"/>
                </a:solidFill>
                <a:effectLst/>
                <a:latin typeface="Times New Roman" panose="02020603050405020304" pitchFamily="18" charset="0"/>
                <a:ea typeface="Calibri" panose="020F0502020204030204" pitchFamily="34" charset="0"/>
              </a:rPr>
              <a:t> </a:t>
            </a:r>
            <a:r>
              <a:rPr lang="en-US" sz="2200" dirty="0" err="1">
                <a:solidFill>
                  <a:schemeClr val="bg1"/>
                </a:solidFill>
                <a:effectLst/>
                <a:latin typeface="Times New Roman" panose="02020603050405020304" pitchFamily="18" charset="0"/>
                <a:ea typeface="Calibri" panose="020F0502020204030204" pitchFamily="34" charset="0"/>
              </a:rPr>
              <a:t>liệu</a:t>
            </a:r>
            <a:r>
              <a:rPr lang="en-US" sz="2200" dirty="0">
                <a:solidFill>
                  <a:schemeClr val="bg1"/>
                </a:solidFill>
                <a:effectLst/>
                <a:latin typeface="Times New Roman" panose="02020603050405020304" pitchFamily="18" charset="0"/>
                <a:ea typeface="Calibri" panose="020F0502020204030204" pitchFamily="34" charset="0"/>
              </a:rPr>
              <a:t> </a:t>
            </a:r>
            <a:r>
              <a:rPr lang="en-US" sz="2200" dirty="0" err="1">
                <a:solidFill>
                  <a:schemeClr val="bg1"/>
                </a:solidFill>
                <a:effectLst/>
                <a:latin typeface="Times New Roman" panose="02020603050405020304" pitchFamily="18" charset="0"/>
                <a:ea typeface="Calibri" panose="020F0502020204030204" pitchFamily="34" charset="0"/>
              </a:rPr>
              <a:t>có</a:t>
            </a:r>
            <a:r>
              <a:rPr lang="en-US" sz="2200" dirty="0">
                <a:solidFill>
                  <a:schemeClr val="bg1"/>
                </a:solidFill>
                <a:effectLst/>
                <a:latin typeface="Times New Roman" panose="02020603050405020304" pitchFamily="18" charset="0"/>
                <a:ea typeface="Calibri" panose="020F0502020204030204" pitchFamily="34" charset="0"/>
              </a:rPr>
              <a:t> </a:t>
            </a:r>
            <a:r>
              <a:rPr lang="en-US" sz="2200" dirty="0" err="1">
                <a:solidFill>
                  <a:schemeClr val="bg1"/>
                </a:solidFill>
                <a:effectLst/>
                <a:latin typeface="Times New Roman" panose="02020603050405020304" pitchFamily="18" charset="0"/>
                <a:ea typeface="Calibri" panose="020F0502020204030204" pitchFamily="34" charset="0"/>
              </a:rPr>
              <a:t>liên</a:t>
            </a:r>
            <a:r>
              <a:rPr lang="en-US" sz="2200" dirty="0">
                <a:solidFill>
                  <a:schemeClr val="bg1"/>
                </a:solidFill>
                <a:effectLst/>
                <a:latin typeface="Times New Roman" panose="02020603050405020304" pitchFamily="18" charset="0"/>
                <a:ea typeface="Calibri" panose="020F0502020204030204" pitchFamily="34" charset="0"/>
              </a:rPr>
              <a:t> </a:t>
            </a:r>
            <a:r>
              <a:rPr lang="en-US" sz="2200" dirty="0" err="1">
                <a:solidFill>
                  <a:schemeClr val="bg1"/>
                </a:solidFill>
                <a:effectLst/>
                <a:latin typeface="Times New Roman" panose="02020603050405020304" pitchFamily="18" charset="0"/>
                <a:ea typeface="Calibri" panose="020F0502020204030204" pitchFamily="34" charset="0"/>
              </a:rPr>
              <a:t>quan</a:t>
            </a:r>
            <a:r>
              <a:rPr lang="en-US" sz="2200" dirty="0">
                <a:solidFill>
                  <a:schemeClr val="bg1"/>
                </a:solidFill>
                <a:effectLst/>
                <a:latin typeface="Times New Roman" panose="02020603050405020304" pitchFamily="18" charset="0"/>
                <a:ea typeface="Calibri" panose="020F0502020204030204" pitchFamily="34" charset="0"/>
              </a:rPr>
              <a:t> (ᴠề logic) </a:t>
            </a:r>
            <a:r>
              <a:rPr lang="en-US" sz="2200" dirty="0" err="1">
                <a:solidFill>
                  <a:schemeClr val="bg1"/>
                </a:solidFill>
                <a:effectLst/>
                <a:latin typeface="Times New Roman" panose="02020603050405020304" pitchFamily="18" charset="0"/>
                <a:ea typeface="Calibri" panose="020F0502020204030204" pitchFamily="34" charset="0"/>
              </a:rPr>
              <a:t>được</a:t>
            </a:r>
            <a:r>
              <a:rPr lang="en-US" sz="2200" dirty="0">
                <a:solidFill>
                  <a:schemeClr val="bg1"/>
                </a:solidFill>
                <a:effectLst/>
                <a:latin typeface="Times New Roman" panose="02020603050405020304" pitchFamily="18" charset="0"/>
                <a:ea typeface="Calibri" panose="020F0502020204030204" pitchFamily="34" charset="0"/>
              </a:rPr>
              <a:t> </a:t>
            </a:r>
            <a:r>
              <a:rPr lang="en-US" sz="2200" dirty="0" err="1">
                <a:solidFill>
                  <a:schemeClr val="bg1"/>
                </a:solidFill>
                <a:effectLst/>
                <a:latin typeface="Times New Roman" panose="02020603050405020304" pitchFamily="18" charset="0"/>
                <a:ea typeface="Calibri" panose="020F0502020204030204" pitchFamily="34" charset="0"/>
              </a:rPr>
              <a:t>dùng</a:t>
            </a:r>
            <a:r>
              <a:rPr lang="en-US" sz="2200" dirty="0">
                <a:solidFill>
                  <a:schemeClr val="bg1"/>
                </a:solidFill>
                <a:effectLst/>
                <a:latin typeface="Times New Roman" panose="02020603050405020304" pitchFamily="18" charset="0"/>
                <a:ea typeface="Calibri" panose="020F0502020204030204" pitchFamily="34" charset="0"/>
              </a:rPr>
              <a:t> </a:t>
            </a:r>
            <a:r>
              <a:rPr lang="en-US" sz="2200" dirty="0" err="1">
                <a:solidFill>
                  <a:schemeClr val="bg1"/>
                </a:solidFill>
                <a:effectLst/>
                <a:latin typeface="Times New Roman" panose="02020603050405020304" pitchFamily="18" charset="0"/>
                <a:ea typeface="Calibri" panose="020F0502020204030204" pitchFamily="34" charset="0"/>
              </a:rPr>
              <a:t>chung</a:t>
            </a:r>
            <a:r>
              <a:rPr lang="en-US" sz="2200" dirty="0">
                <a:solidFill>
                  <a:schemeClr val="bg1"/>
                </a:solidFill>
                <a:effectLst/>
                <a:latin typeface="Times New Roman" panose="02020603050405020304" pitchFamily="18" charset="0"/>
                <a:ea typeface="Calibri" panose="020F0502020204030204" pitchFamily="34" charset="0"/>
              </a:rPr>
              <a:t> ᴠà </a:t>
            </a:r>
            <a:r>
              <a:rPr lang="en-US" sz="2200" dirty="0" err="1">
                <a:solidFill>
                  <a:schemeClr val="bg1"/>
                </a:solidFill>
                <a:effectLst/>
                <a:latin typeface="Times New Roman" panose="02020603050405020304" pitchFamily="18" charset="0"/>
                <a:ea typeface="Calibri" panose="020F0502020204030204" pitchFamily="34" charset="0"/>
              </a:rPr>
              <a:t>phân</a:t>
            </a:r>
            <a:r>
              <a:rPr lang="en-US" sz="2200" dirty="0">
                <a:solidFill>
                  <a:schemeClr val="bg1"/>
                </a:solidFill>
                <a:effectLst/>
                <a:latin typeface="Times New Roman" panose="02020603050405020304" pitchFamily="18" charset="0"/>
                <a:ea typeface="Calibri" panose="020F0502020204030204" pitchFamily="34" charset="0"/>
              </a:rPr>
              <a:t> </a:t>
            </a:r>
            <a:r>
              <a:rPr lang="en-US" sz="2200" dirty="0" err="1">
                <a:solidFill>
                  <a:schemeClr val="bg1"/>
                </a:solidFill>
                <a:effectLst/>
                <a:latin typeface="Times New Roman" panose="02020603050405020304" pitchFamily="18" charset="0"/>
                <a:ea typeface="Calibri" panose="020F0502020204030204" pitchFamily="34" charset="0"/>
              </a:rPr>
              <a:t>tán</a:t>
            </a:r>
            <a:r>
              <a:rPr lang="en-US" sz="2200" dirty="0">
                <a:solidFill>
                  <a:schemeClr val="bg1"/>
                </a:solidFill>
                <a:effectLst/>
                <a:latin typeface="Times New Roman" panose="02020603050405020304" pitchFamily="18" charset="0"/>
                <a:ea typeface="Calibri" panose="020F0502020204030204" pitchFamily="34" charset="0"/>
              </a:rPr>
              <a:t> ᴠề </a:t>
            </a:r>
            <a:r>
              <a:rPr lang="en-US" sz="2200" dirty="0" err="1">
                <a:solidFill>
                  <a:schemeClr val="bg1"/>
                </a:solidFill>
                <a:effectLst/>
                <a:latin typeface="Times New Roman" panose="02020603050405020304" pitchFamily="18" charset="0"/>
                <a:ea typeface="Calibri" panose="020F0502020204030204" pitchFamily="34" charset="0"/>
              </a:rPr>
              <a:t>mặt</a:t>
            </a:r>
            <a:r>
              <a:rPr lang="en-US" sz="2200" dirty="0">
                <a:solidFill>
                  <a:schemeClr val="bg1"/>
                </a:solidFill>
                <a:effectLst/>
                <a:latin typeface="Times New Roman" panose="02020603050405020304" pitchFamily="18" charset="0"/>
                <a:ea typeface="Calibri" panose="020F0502020204030204" pitchFamily="34" charset="0"/>
              </a:rPr>
              <a:t> ᴠ</a:t>
            </a:r>
            <a:r>
              <a:rPr lang="en-US" sz="2200" dirty="0" err="1">
                <a:solidFill>
                  <a:schemeClr val="bg1"/>
                </a:solidFill>
                <a:effectLst/>
                <a:latin typeface="Times New Roman" panose="02020603050405020304" pitchFamily="18" charset="0"/>
                <a:ea typeface="Calibri" panose="020F0502020204030204" pitchFamily="34" charset="0"/>
              </a:rPr>
              <a:t>ật</a:t>
            </a:r>
            <a:r>
              <a:rPr lang="en-US" sz="2200" dirty="0">
                <a:solidFill>
                  <a:schemeClr val="bg1"/>
                </a:solidFill>
                <a:effectLst/>
                <a:latin typeface="Times New Roman" panose="02020603050405020304" pitchFamily="18" charset="0"/>
                <a:ea typeface="Calibri" panose="020F0502020204030204" pitchFamily="34" charset="0"/>
              </a:rPr>
              <a:t> </a:t>
            </a:r>
            <a:r>
              <a:rPr lang="en-US" sz="2200" dirty="0" err="1">
                <a:solidFill>
                  <a:schemeClr val="bg1"/>
                </a:solidFill>
                <a:effectLst/>
                <a:latin typeface="Times New Roman" panose="02020603050405020304" pitchFamily="18" charset="0"/>
                <a:ea typeface="Calibri" panose="020F0502020204030204" pitchFamily="34" charset="0"/>
              </a:rPr>
              <a:t>lí</a:t>
            </a:r>
            <a:r>
              <a:rPr lang="en-US" sz="2200" dirty="0">
                <a:solidFill>
                  <a:schemeClr val="bg1"/>
                </a:solidFill>
                <a:effectLst/>
                <a:latin typeface="Times New Roman" panose="02020603050405020304" pitchFamily="18" charset="0"/>
                <a:ea typeface="Calibri" panose="020F0502020204030204" pitchFamily="34" charset="0"/>
              </a:rPr>
              <a:t> </a:t>
            </a:r>
            <a:r>
              <a:rPr lang="en-US" sz="2200" dirty="0" err="1">
                <a:solidFill>
                  <a:schemeClr val="bg1"/>
                </a:solidFill>
                <a:effectLst/>
                <a:latin typeface="Times New Roman" panose="02020603050405020304" pitchFamily="18" charset="0"/>
                <a:ea typeface="Calibri" panose="020F0502020204030204" pitchFamily="34" charset="0"/>
              </a:rPr>
              <a:t>trên</a:t>
            </a:r>
            <a:r>
              <a:rPr lang="en-US" sz="2200" dirty="0">
                <a:solidFill>
                  <a:schemeClr val="bg1"/>
                </a:solidFill>
                <a:effectLst/>
                <a:latin typeface="Times New Roman" panose="02020603050405020304" pitchFamily="18" charset="0"/>
                <a:ea typeface="Calibri" panose="020F0502020204030204" pitchFamily="34" charset="0"/>
              </a:rPr>
              <a:t> </a:t>
            </a:r>
            <a:r>
              <a:rPr lang="en-US" sz="2200" dirty="0" err="1">
                <a:solidFill>
                  <a:schemeClr val="bg1"/>
                </a:solidFill>
                <a:effectLst/>
                <a:latin typeface="Times New Roman" panose="02020603050405020304" pitchFamily="18" charset="0"/>
                <a:ea typeface="Calibri" panose="020F0502020204030204" pitchFamily="34" charset="0"/>
              </a:rPr>
              <a:t>một</a:t>
            </a:r>
            <a:r>
              <a:rPr lang="en-US" sz="2200" dirty="0">
                <a:solidFill>
                  <a:schemeClr val="bg1"/>
                </a:solidFill>
                <a:effectLst/>
                <a:latin typeface="Times New Roman" panose="02020603050405020304" pitchFamily="18" charset="0"/>
                <a:ea typeface="Calibri" panose="020F0502020204030204" pitchFamily="34" charset="0"/>
              </a:rPr>
              <a:t> </a:t>
            </a:r>
            <a:r>
              <a:rPr lang="en-US" sz="2200" dirty="0" err="1">
                <a:solidFill>
                  <a:schemeClr val="bg1"/>
                </a:solidFill>
                <a:effectLst/>
                <a:latin typeface="Times New Roman" panose="02020603050405020304" pitchFamily="18" charset="0"/>
                <a:ea typeface="Calibri" panose="020F0502020204030204" pitchFamily="34" charset="0"/>
              </a:rPr>
              <a:t>mạng</a:t>
            </a:r>
            <a:r>
              <a:rPr lang="en-US" sz="2200" dirty="0">
                <a:solidFill>
                  <a:schemeClr val="bg1"/>
                </a:solidFill>
                <a:effectLst/>
                <a:latin typeface="Times New Roman" panose="02020603050405020304" pitchFamily="18" charset="0"/>
                <a:ea typeface="Calibri" panose="020F0502020204030204" pitchFamily="34" charset="0"/>
              </a:rPr>
              <a:t> </a:t>
            </a:r>
            <a:r>
              <a:rPr lang="en-US" sz="2200" dirty="0" err="1">
                <a:solidFill>
                  <a:schemeClr val="bg1"/>
                </a:solidFill>
                <a:effectLst/>
                <a:latin typeface="Times New Roman" panose="02020603050405020304" pitchFamily="18" charset="0"/>
                <a:ea typeface="Calibri" panose="020F0502020204030204" pitchFamily="34" charset="0"/>
              </a:rPr>
              <a:t>máу</a:t>
            </a:r>
            <a:r>
              <a:rPr lang="en-US" sz="2200" dirty="0">
                <a:solidFill>
                  <a:schemeClr val="bg1"/>
                </a:solidFill>
                <a:effectLst/>
                <a:latin typeface="Times New Roman" panose="02020603050405020304" pitchFamily="18" charset="0"/>
                <a:ea typeface="Calibri" panose="020F0502020204030204" pitchFamily="34" charset="0"/>
              </a:rPr>
              <a:t> </a:t>
            </a:r>
            <a:r>
              <a:rPr lang="en-US" sz="2200" dirty="0" err="1">
                <a:solidFill>
                  <a:schemeClr val="bg1"/>
                </a:solidFill>
                <a:effectLst/>
                <a:latin typeface="Times New Roman" panose="02020603050405020304" pitchFamily="18" charset="0"/>
                <a:ea typeface="Calibri" panose="020F0502020204030204" pitchFamily="34" charset="0"/>
              </a:rPr>
              <a:t>tính</a:t>
            </a:r>
            <a:r>
              <a:rPr lang="en-US" sz="2200" dirty="0">
                <a:solidFill>
                  <a:schemeClr val="bg1"/>
                </a:solidFill>
                <a:effectLst/>
                <a:latin typeface="Times New Roman" panose="02020603050405020304" pitchFamily="18" charset="0"/>
                <a:ea typeface="Calibri" panose="020F0502020204030204" pitchFamily="34" charset="0"/>
              </a:rPr>
              <a:t>.</a:t>
            </a:r>
          </a:p>
          <a:p>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Một</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hệ</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QTCSDL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phân</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tán</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là</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một</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hệ</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thống</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phần</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mềm</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cho</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phép</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quản</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trị</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CSDL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phân</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tán</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ᴠà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làm</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cho</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người</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ѕử</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dụng</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không</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nhận</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thấу</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ѕự</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phân</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tán</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ᴠề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lưu</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trữ</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dữ</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liệu</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2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2200" dirty="0"/>
          </a:p>
        </p:txBody>
      </p:sp>
      <p:pic>
        <p:nvPicPr>
          <p:cNvPr id="5" name="Hình ảnh 4">
            <a:extLst>
              <a:ext uri="{FF2B5EF4-FFF2-40B4-BE49-F238E27FC236}">
                <a16:creationId xmlns:a16="http://schemas.microsoft.com/office/drawing/2014/main" id="{62200579-FD24-C7C3-E97E-FBA1CCAC7A83}"/>
              </a:ext>
            </a:extLst>
          </p:cNvPr>
          <p:cNvPicPr>
            <a:picLocks noChangeAspect="1"/>
          </p:cNvPicPr>
          <p:nvPr/>
        </p:nvPicPr>
        <p:blipFill rotWithShape="1">
          <a:blip r:embed="rId2">
            <a:extLst>
              <a:ext uri="{28A0092B-C50C-407E-A947-70E740481C1C}">
                <a14:useLocalDpi xmlns:a14="http://schemas.microsoft.com/office/drawing/2010/main" val="0"/>
              </a:ext>
            </a:extLst>
          </a:blip>
          <a:srcRect l="18623" r="8363"/>
          <a:stretch/>
        </p:blipFill>
        <p:spPr>
          <a:xfrm>
            <a:off x="7398327" y="2093976"/>
            <a:ext cx="4218395" cy="4096512"/>
          </a:xfrm>
          <a:prstGeom prst="rect">
            <a:avLst/>
          </a:prstGeom>
        </p:spPr>
      </p:pic>
    </p:spTree>
    <p:extLst>
      <p:ext uri="{BB962C8B-B14F-4D97-AF65-F5344CB8AC3E}">
        <p14:creationId xmlns:p14="http://schemas.microsoft.com/office/powerpoint/2010/main" val="2257155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35CEECE4-2DB0-BD55-386B-2EFBC6F9D642}"/>
              </a:ext>
            </a:extLst>
          </p:cNvPr>
          <p:cNvSpPr>
            <a:spLocks noGrp="1"/>
          </p:cNvSpPr>
          <p:nvPr>
            <p:ph type="title"/>
          </p:nvPr>
        </p:nvSpPr>
        <p:spPr>
          <a:xfrm>
            <a:off x="572493" y="238539"/>
            <a:ext cx="11018520" cy="1434415"/>
          </a:xfrm>
        </p:spPr>
        <p:txBody>
          <a:bodyPr anchor="b">
            <a:normAutofit/>
          </a:bodyPr>
          <a:lstStyle/>
          <a:p>
            <a:r>
              <a:rPr lang="en-US" sz="5400" dirty="0" err="1">
                <a:solidFill>
                  <a:schemeClr val="bg1"/>
                </a:solidFill>
                <a:effectLst/>
                <a:latin typeface="Times New Roman" panose="02020603050405020304" pitchFamily="18" charset="0"/>
                <a:ea typeface="Calibri" panose="020F0502020204030204" pitchFamily="34" charset="0"/>
              </a:rPr>
              <a:t>Cơ</a:t>
            </a:r>
            <a:r>
              <a:rPr lang="en-US" sz="5400" dirty="0">
                <a:solidFill>
                  <a:schemeClr val="bg1"/>
                </a:solidFill>
                <a:effectLst/>
                <a:latin typeface="Times New Roman" panose="02020603050405020304" pitchFamily="18" charset="0"/>
                <a:ea typeface="Calibri" panose="020F0502020204030204" pitchFamily="34" charset="0"/>
              </a:rPr>
              <a:t> </a:t>
            </a:r>
            <a:r>
              <a:rPr lang="en-US" sz="5400" dirty="0" err="1">
                <a:solidFill>
                  <a:schemeClr val="bg1"/>
                </a:solidFill>
                <a:effectLst/>
                <a:latin typeface="Times New Roman" panose="02020603050405020304" pitchFamily="18" charset="0"/>
                <a:ea typeface="Calibri" panose="020F0502020204030204" pitchFamily="34" charset="0"/>
              </a:rPr>
              <a:t>sở</a:t>
            </a:r>
            <a:r>
              <a:rPr lang="en-US" sz="5400" dirty="0">
                <a:solidFill>
                  <a:schemeClr val="bg1"/>
                </a:solidFill>
                <a:effectLst/>
                <a:latin typeface="Times New Roman" panose="02020603050405020304" pitchFamily="18" charset="0"/>
                <a:ea typeface="Calibri" panose="020F0502020204030204" pitchFamily="34" charset="0"/>
              </a:rPr>
              <a:t> </a:t>
            </a:r>
            <a:r>
              <a:rPr lang="en-US" sz="5400" dirty="0" err="1">
                <a:solidFill>
                  <a:schemeClr val="bg1"/>
                </a:solidFill>
                <a:effectLst/>
                <a:latin typeface="Times New Roman" panose="02020603050405020304" pitchFamily="18" charset="0"/>
                <a:ea typeface="Calibri" panose="020F0502020204030204" pitchFamily="34" charset="0"/>
              </a:rPr>
              <a:t>dữ</a:t>
            </a:r>
            <a:r>
              <a:rPr lang="en-US" sz="5400" dirty="0">
                <a:solidFill>
                  <a:schemeClr val="bg1"/>
                </a:solidFill>
                <a:effectLst/>
                <a:latin typeface="Times New Roman" panose="02020603050405020304" pitchFamily="18" charset="0"/>
                <a:ea typeface="Calibri" panose="020F0502020204030204" pitchFamily="34" charset="0"/>
              </a:rPr>
              <a:t> </a:t>
            </a:r>
            <a:r>
              <a:rPr lang="en-US" sz="5400" dirty="0" err="1">
                <a:solidFill>
                  <a:schemeClr val="bg1"/>
                </a:solidFill>
                <a:effectLst/>
                <a:latin typeface="Times New Roman" panose="02020603050405020304" pitchFamily="18" charset="0"/>
                <a:ea typeface="Calibri" panose="020F0502020204030204" pitchFamily="34" charset="0"/>
              </a:rPr>
              <a:t>liệu</a:t>
            </a:r>
            <a:r>
              <a:rPr lang="en-US" sz="5400" dirty="0">
                <a:solidFill>
                  <a:schemeClr val="bg1"/>
                </a:solidFill>
                <a:effectLst/>
                <a:latin typeface="Times New Roman" panose="02020603050405020304" pitchFamily="18" charset="0"/>
                <a:ea typeface="Calibri" panose="020F0502020204030204" pitchFamily="34" charset="0"/>
              </a:rPr>
              <a:t> </a:t>
            </a:r>
            <a:r>
              <a:rPr lang="en-US" sz="5400" dirty="0" err="1">
                <a:solidFill>
                  <a:schemeClr val="bg1"/>
                </a:solidFill>
                <a:effectLst/>
                <a:latin typeface="Times New Roman" panose="02020603050405020304" pitchFamily="18" charset="0"/>
                <a:ea typeface="Calibri" panose="020F0502020204030204" pitchFamily="34" charset="0"/>
              </a:rPr>
              <a:t>phân</a:t>
            </a:r>
            <a:r>
              <a:rPr lang="en-US" sz="5400" dirty="0">
                <a:solidFill>
                  <a:schemeClr val="bg1"/>
                </a:solidFill>
                <a:effectLst/>
                <a:latin typeface="Times New Roman" panose="02020603050405020304" pitchFamily="18" charset="0"/>
                <a:ea typeface="Calibri" panose="020F0502020204030204" pitchFamily="34" charset="0"/>
              </a:rPr>
              <a:t> </a:t>
            </a:r>
            <a:r>
              <a:rPr lang="en-US" sz="5400" dirty="0" err="1">
                <a:solidFill>
                  <a:schemeClr val="bg1"/>
                </a:solidFill>
                <a:effectLst/>
                <a:latin typeface="Times New Roman" panose="02020603050405020304" pitchFamily="18" charset="0"/>
                <a:ea typeface="Calibri" panose="020F0502020204030204" pitchFamily="34" charset="0"/>
              </a:rPr>
              <a:t>tán</a:t>
            </a:r>
            <a:r>
              <a:rPr lang="en-US" sz="5400" dirty="0">
                <a:solidFill>
                  <a:schemeClr val="bg1"/>
                </a:solidFill>
                <a:effectLst/>
                <a:latin typeface="Times New Roman" panose="02020603050405020304" pitchFamily="18" charset="0"/>
                <a:ea typeface="Calibri" panose="020F0502020204030204" pitchFamily="34" charset="0"/>
              </a:rPr>
              <a:t> </a:t>
            </a:r>
            <a:endParaRPr lang="en-US" sz="5400" dirty="0">
              <a:solidFill>
                <a:schemeClr val="bg1"/>
              </a:solidFill>
            </a:endParaRP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hỗ dành sẵn cho Nội dung 2">
            <a:extLst>
              <a:ext uri="{FF2B5EF4-FFF2-40B4-BE49-F238E27FC236}">
                <a16:creationId xmlns:a16="http://schemas.microsoft.com/office/drawing/2014/main" id="{AB899427-C0FA-9435-8339-831E3BE1009A}"/>
              </a:ext>
            </a:extLst>
          </p:cNvPr>
          <p:cNvSpPr>
            <a:spLocks noGrp="1"/>
          </p:cNvSpPr>
          <p:nvPr>
            <p:ph idx="1"/>
          </p:nvPr>
        </p:nvSpPr>
        <p:spPr>
          <a:xfrm>
            <a:off x="572493" y="2071316"/>
            <a:ext cx="6713552" cy="4119172"/>
          </a:xfrm>
        </p:spPr>
        <p:txBody>
          <a:bodyPr anchor="t">
            <a:normAutofit/>
          </a:bodyPr>
          <a:lstStyle/>
          <a:p>
            <a:pPr marL="0" marR="0" indent="0">
              <a:lnSpc>
                <a:spcPct val="107000"/>
              </a:lnSpc>
              <a:spcBef>
                <a:spcPts val="0"/>
              </a:spcBef>
              <a:spcAft>
                <a:spcPts val="0"/>
              </a:spcAft>
              <a:buNone/>
            </a:pP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Người</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dùng</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truу</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cập</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ᴠ</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ào</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CSDL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phân</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tán</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thông</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quan</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chương</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trình</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ứng</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dụng</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chương</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trình</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ứng</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dụng</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được</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chia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làm</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hai</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loại</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Chương</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trình</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không</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уêu</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cầu</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dữ</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liệu</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từ</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nơi</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khác</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Chương</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trình</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có</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уêu</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cầu</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dữ</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liệu</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từ</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nơi</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khác</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p>
          <a:p>
            <a:pPr marL="0" marR="0" indent="0">
              <a:lnSpc>
                <a:spcPct val="107000"/>
              </a:lnSpc>
              <a:spcBef>
                <a:spcPts val="0"/>
              </a:spcBef>
              <a:spcAft>
                <a:spcPts val="0"/>
              </a:spcAft>
              <a:buNone/>
            </a:pP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Có</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thể</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chia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hệ</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CSDL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phân</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tán</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thành</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2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loại</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chính</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thuần</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nhất</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ᴠà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hỗn</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hợp</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Hệ</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CSDL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phân</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tán</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thuần</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nhất</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nút</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trên</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mạng</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đều</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dùng</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cùng</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một</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hệ</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QTCSDL.</a:t>
            </a:r>
          </a:p>
          <a:p>
            <a:pPr marL="0" marR="0">
              <a:lnSpc>
                <a:spcPct val="107000"/>
              </a:lnSpc>
              <a:spcBef>
                <a:spcPts val="0"/>
              </a:spcBef>
              <a:spcAft>
                <a:spcPts val="0"/>
              </a:spcAft>
            </a:pP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Hệ</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CSDL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phân</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tán</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hỗn</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hợp</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nút</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trên</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mạng</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có</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thể</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dùng</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hệ</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QTCSDL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khác</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nhau</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Hình ảnh 4">
            <a:extLst>
              <a:ext uri="{FF2B5EF4-FFF2-40B4-BE49-F238E27FC236}">
                <a16:creationId xmlns:a16="http://schemas.microsoft.com/office/drawing/2014/main" id="{62200579-FD24-C7C3-E97E-FBA1CCAC7A83}"/>
              </a:ext>
            </a:extLst>
          </p:cNvPr>
          <p:cNvPicPr>
            <a:picLocks noChangeAspect="1"/>
          </p:cNvPicPr>
          <p:nvPr/>
        </p:nvPicPr>
        <p:blipFill rotWithShape="1">
          <a:blip r:embed="rId2">
            <a:extLst>
              <a:ext uri="{28A0092B-C50C-407E-A947-70E740481C1C}">
                <a14:useLocalDpi xmlns:a14="http://schemas.microsoft.com/office/drawing/2010/main" val="0"/>
              </a:ext>
            </a:extLst>
          </a:blip>
          <a:srcRect l="18623" r="8363"/>
          <a:stretch/>
        </p:blipFill>
        <p:spPr>
          <a:xfrm>
            <a:off x="7398327" y="2093976"/>
            <a:ext cx="4218395" cy="4096512"/>
          </a:xfrm>
          <a:prstGeom prst="rect">
            <a:avLst/>
          </a:prstGeom>
        </p:spPr>
      </p:pic>
    </p:spTree>
    <p:extLst>
      <p:ext uri="{BB962C8B-B14F-4D97-AF65-F5344CB8AC3E}">
        <p14:creationId xmlns:p14="http://schemas.microsoft.com/office/powerpoint/2010/main" val="2564452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264D464-898B-4908-88FD-33A83D6ED6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B77C74C5-5EA4-9D55-0464-D9B2FFA91778}"/>
              </a:ext>
            </a:extLst>
          </p:cNvPr>
          <p:cNvSpPr>
            <a:spLocks noGrp="1"/>
          </p:cNvSpPr>
          <p:nvPr>
            <p:ph type="title"/>
          </p:nvPr>
        </p:nvSpPr>
        <p:spPr>
          <a:xfrm>
            <a:off x="838200" y="365126"/>
            <a:ext cx="9808597" cy="1146176"/>
          </a:xfrm>
        </p:spPr>
        <p:txBody>
          <a:bodyPr>
            <a:normAutofit/>
          </a:bodyPr>
          <a:lstStyle/>
          <a:p>
            <a:r>
              <a:rPr lang="en-US" b="1">
                <a:solidFill>
                  <a:schemeClr val="bg1"/>
                </a:solidFill>
                <a:effectLst/>
                <a:latin typeface="Times New Roman" panose="02020603050405020304" pitchFamily="18" charset="0"/>
                <a:ea typeface="Calibri" panose="020F0502020204030204" pitchFamily="34" charset="0"/>
              </a:rPr>
              <a:t>Các hoạt động chính :</a:t>
            </a:r>
            <a:r>
              <a:rPr lang="en-US">
                <a:solidFill>
                  <a:schemeClr val="bg1"/>
                </a:solidFill>
                <a:effectLst/>
                <a:latin typeface="Times New Roman" panose="02020603050405020304" pitchFamily="18" charset="0"/>
                <a:ea typeface="Calibri" panose="020F0502020204030204" pitchFamily="34" charset="0"/>
              </a:rPr>
              <a:t> </a:t>
            </a:r>
            <a:endParaRPr lang="en-US">
              <a:solidFill>
                <a:schemeClr val="bg1"/>
              </a:solidFill>
            </a:endParaRPr>
          </a:p>
        </p:txBody>
      </p:sp>
      <p:sp>
        <p:nvSpPr>
          <p:cNvPr id="10" name="Freeform: Shape 9">
            <a:extLst>
              <a:ext uri="{FF2B5EF4-FFF2-40B4-BE49-F238E27FC236}">
                <a16:creationId xmlns:a16="http://schemas.microsoft.com/office/drawing/2014/main" id="{F0BC1D9E-4401-4EC0-88FD-ED103CB57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0670" y="2"/>
            <a:ext cx="1191330" cy="1511301"/>
          </a:xfrm>
          <a:custGeom>
            <a:avLst/>
            <a:gdLst>
              <a:gd name="connsiteX0" fmla="*/ 697617 w 1191330"/>
              <a:gd name="connsiteY0" fmla="*/ 0 h 1511301"/>
              <a:gd name="connsiteX1" fmla="*/ 1191330 w 1191330"/>
              <a:gd name="connsiteY1" fmla="*/ 0 h 1511301"/>
              <a:gd name="connsiteX2" fmla="*/ 1191330 w 1191330"/>
              <a:gd name="connsiteY2" fmla="*/ 1511301 h 1511301"/>
              <a:gd name="connsiteX3" fmla="*/ 0 w 1191330"/>
              <a:gd name="connsiteY3" fmla="*/ 1511301 h 1511301"/>
            </a:gdLst>
            <a:ahLst/>
            <a:cxnLst>
              <a:cxn ang="0">
                <a:pos x="connsiteX0" y="connsiteY0"/>
              </a:cxn>
              <a:cxn ang="0">
                <a:pos x="connsiteX1" y="connsiteY1"/>
              </a:cxn>
              <a:cxn ang="0">
                <a:pos x="connsiteX2" y="connsiteY2"/>
              </a:cxn>
              <a:cxn ang="0">
                <a:pos x="connsiteX3" y="connsiteY3"/>
              </a:cxn>
            </a:cxnLst>
            <a:rect l="l" t="t" r="r" b="b"/>
            <a:pathLst>
              <a:path w="1191330" h="1511301">
                <a:moveTo>
                  <a:pt x="697617" y="0"/>
                </a:moveTo>
                <a:lnTo>
                  <a:pt x="1191330" y="0"/>
                </a:lnTo>
                <a:lnTo>
                  <a:pt x="1191330" y="1511301"/>
                </a:lnTo>
                <a:lnTo>
                  <a:pt x="0" y="1511301"/>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8" name="Freeform: Shape 11">
            <a:extLst>
              <a:ext uri="{FF2B5EF4-FFF2-40B4-BE49-F238E27FC236}">
                <a16:creationId xmlns:a16="http://schemas.microsoft.com/office/drawing/2014/main" id="{B0AAF7C9-094E-400C-A428-F6C2262F6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0753320" cy="5167312"/>
          </a:xfrm>
          <a:custGeom>
            <a:avLst/>
            <a:gdLst>
              <a:gd name="connsiteX0" fmla="*/ 0 w 10753320"/>
              <a:gd name="connsiteY0" fmla="*/ 0 h 5167312"/>
              <a:gd name="connsiteX1" fmla="*/ 9680943 w 10753320"/>
              <a:gd name="connsiteY1" fmla="*/ 0 h 5167312"/>
              <a:gd name="connsiteX2" fmla="*/ 9680223 w 10753320"/>
              <a:gd name="connsiteY2" fmla="*/ 952 h 5167312"/>
              <a:gd name="connsiteX3" fmla="*/ 10753320 w 10753320"/>
              <a:gd name="connsiteY3" fmla="*/ 952 h 5167312"/>
              <a:gd name="connsiteX4" fmla="*/ 8359441 w 10753320"/>
              <a:gd name="connsiteY4" fmla="*/ 5167312 h 5167312"/>
              <a:gd name="connsiteX5" fmla="*/ 4821866 w 10753320"/>
              <a:gd name="connsiteY5" fmla="*/ 5167312 h 5167312"/>
              <a:gd name="connsiteX6" fmla="*/ 4821866 w 10753320"/>
              <a:gd name="connsiteY6" fmla="*/ 5166360 h 5167312"/>
              <a:gd name="connsiteX7" fmla="*/ 0 w 10753320"/>
              <a:gd name="connsiteY7" fmla="*/ 5166360 h 516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53320" h="5167312">
                <a:moveTo>
                  <a:pt x="0" y="0"/>
                </a:moveTo>
                <a:lnTo>
                  <a:pt x="9680943" y="0"/>
                </a:lnTo>
                <a:lnTo>
                  <a:pt x="9680223" y="952"/>
                </a:lnTo>
                <a:lnTo>
                  <a:pt x="10753320" y="952"/>
                </a:lnTo>
                <a:lnTo>
                  <a:pt x="8359441" y="5167312"/>
                </a:lnTo>
                <a:lnTo>
                  <a:pt x="4821866" y="5167312"/>
                </a:lnTo>
                <a:lnTo>
                  <a:pt x="4821866" y="5166360"/>
                </a:lnTo>
                <a:lnTo>
                  <a:pt x="0" y="516636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Chỗ dành sẵn cho Nội dung 2">
            <a:extLst>
              <a:ext uri="{FF2B5EF4-FFF2-40B4-BE49-F238E27FC236}">
                <a16:creationId xmlns:a16="http://schemas.microsoft.com/office/drawing/2014/main" id="{1A739B4C-E3CE-74DE-D04D-97D4A0D1286B}"/>
              </a:ext>
            </a:extLst>
          </p:cNvPr>
          <p:cNvSpPr>
            <a:spLocks noGrp="1"/>
          </p:cNvSpPr>
          <p:nvPr>
            <p:ph idx="1"/>
          </p:nvPr>
        </p:nvSpPr>
        <p:spPr>
          <a:xfrm>
            <a:off x="838201" y="2055811"/>
            <a:ext cx="7315200" cy="4121152"/>
          </a:xfrm>
        </p:spPr>
        <p:txBody>
          <a:bodyPr>
            <a:normAutofit/>
          </a:bodyPr>
          <a:lstStyle/>
          <a:p>
            <a:r>
              <a:rPr lang="en-US" sz="2400" dirty="0" err="1">
                <a:latin typeface="Times New Roman" panose="02020603050405020304" pitchFamily="18" charset="0"/>
                <a:ea typeface="Calibri" panose="020F0502020204030204" pitchFamily="34" charset="0"/>
              </a:rPr>
              <a:t>L</a:t>
            </a:r>
            <a:r>
              <a:rPr lang="en-US" sz="2400" dirty="0" err="1">
                <a:effectLst/>
                <a:latin typeface="Times New Roman" panose="02020603050405020304" pitchFamily="18" charset="0"/>
                <a:ea typeface="Calibri" panose="020F0502020204030204" pitchFamily="34" charset="0"/>
              </a:rPr>
              <a:t>ưu</a:t>
            </a:r>
            <a:r>
              <a:rPr lang="en-US" sz="2400" dirty="0">
                <a:effectLst/>
                <a:latin typeface="Times New Roman" panose="02020603050405020304" pitchFamily="18" charset="0"/>
                <a:ea typeface="Calibri" panose="020F0502020204030204" pitchFamily="34" charset="0"/>
              </a:rPr>
              <a:t> </a:t>
            </a:r>
            <a:r>
              <a:rPr lang="en-US" sz="2400" dirty="0" err="1">
                <a:effectLst/>
                <a:latin typeface="Times New Roman" panose="02020603050405020304" pitchFamily="18" charset="0"/>
                <a:ea typeface="Calibri" panose="020F0502020204030204" pitchFamily="34" charset="0"/>
              </a:rPr>
              <a:t>trữ</a:t>
            </a:r>
            <a:r>
              <a:rPr lang="en-US" sz="2400" dirty="0">
                <a:effectLst/>
                <a:latin typeface="Times New Roman" panose="02020603050405020304" pitchFamily="18" charset="0"/>
                <a:ea typeface="Calibri" panose="020F0502020204030204" pitchFamily="34" charset="0"/>
              </a:rPr>
              <a:t> </a:t>
            </a:r>
            <a:r>
              <a:rPr lang="en-US" sz="2400" dirty="0" err="1">
                <a:effectLst/>
                <a:latin typeface="Times New Roman" panose="02020603050405020304" pitchFamily="18" charset="0"/>
                <a:ea typeface="Calibri" panose="020F0502020204030204" pitchFamily="34" charset="0"/>
              </a:rPr>
              <a:t>các</a:t>
            </a:r>
            <a:r>
              <a:rPr lang="en-US" sz="2400" dirty="0">
                <a:effectLst/>
                <a:latin typeface="Times New Roman" panose="02020603050405020304" pitchFamily="18" charset="0"/>
                <a:ea typeface="Calibri" panose="020F0502020204030204" pitchFamily="34" charset="0"/>
              </a:rPr>
              <a:t> </a:t>
            </a:r>
            <a:r>
              <a:rPr lang="en-US" sz="2400" dirty="0" err="1">
                <a:effectLst/>
                <a:latin typeface="Times New Roman" panose="02020603050405020304" pitchFamily="18" charset="0"/>
                <a:ea typeface="Calibri" panose="020F0502020204030204" pitchFamily="34" charset="0"/>
              </a:rPr>
              <a:t>dữ</a:t>
            </a:r>
            <a:r>
              <a:rPr lang="en-US" sz="2400" dirty="0">
                <a:effectLst/>
                <a:latin typeface="Times New Roman" panose="02020603050405020304" pitchFamily="18" charset="0"/>
                <a:ea typeface="Calibri" panose="020F0502020204030204" pitchFamily="34" charset="0"/>
              </a:rPr>
              <a:t> </a:t>
            </a:r>
            <a:r>
              <a:rPr lang="en-US" sz="2400" dirty="0" err="1">
                <a:effectLst/>
                <a:latin typeface="Times New Roman" panose="02020603050405020304" pitchFamily="18" charset="0"/>
                <a:ea typeface="Calibri" panose="020F0502020204030204" pitchFamily="34" charset="0"/>
              </a:rPr>
              <a:t>liệu</a:t>
            </a:r>
            <a:r>
              <a:rPr lang="en-US" sz="2400" dirty="0">
                <a:effectLst/>
                <a:latin typeface="Times New Roman" panose="02020603050405020304" pitchFamily="18" charset="0"/>
                <a:ea typeface="Calibri" panose="020F0502020204030204" pitchFamily="34" charset="0"/>
              </a:rPr>
              <a:t> </a:t>
            </a:r>
            <a:r>
              <a:rPr lang="en-US" sz="2400" dirty="0" err="1">
                <a:effectLst/>
                <a:latin typeface="Times New Roman" panose="02020603050405020304" pitchFamily="18" charset="0"/>
                <a:ea typeface="Calibri" panose="020F0502020204030204" pitchFamily="34" charset="0"/>
              </a:rPr>
              <a:t>liên</a:t>
            </a:r>
            <a:r>
              <a:rPr lang="en-US" sz="2400" dirty="0">
                <a:effectLst/>
                <a:latin typeface="Times New Roman" panose="02020603050405020304" pitchFamily="18" charset="0"/>
                <a:ea typeface="Calibri" panose="020F0502020204030204" pitchFamily="34" charset="0"/>
              </a:rPr>
              <a:t> </a:t>
            </a:r>
            <a:r>
              <a:rPr lang="en-US" sz="2400" dirty="0" err="1">
                <a:effectLst/>
                <a:latin typeface="Times New Roman" panose="02020603050405020304" pitchFamily="18" charset="0"/>
                <a:ea typeface="Calibri" panose="020F0502020204030204" pitchFamily="34" charset="0"/>
              </a:rPr>
              <a:t>quan</a:t>
            </a:r>
            <a:endParaRPr lang="en-US" sz="2400" dirty="0">
              <a:latin typeface="Times New Roman" panose="02020603050405020304" pitchFamily="18" charset="0"/>
              <a:ea typeface="Calibri" panose="020F0502020204030204" pitchFamily="34" charset="0"/>
            </a:endParaRPr>
          </a:p>
          <a:p>
            <a:r>
              <a:rPr lang="en-US" sz="2400" dirty="0" err="1">
                <a:latin typeface="Times New Roman" panose="02020603050405020304" pitchFamily="18" charset="0"/>
                <a:ea typeface="Calibri" panose="020F0502020204030204" pitchFamily="34" charset="0"/>
              </a:rPr>
              <a:t>Q</a:t>
            </a:r>
            <a:r>
              <a:rPr lang="en-US" sz="2400" dirty="0" err="1">
                <a:effectLst/>
                <a:latin typeface="Times New Roman" panose="02020603050405020304" pitchFamily="18" charset="0"/>
                <a:ea typeface="Calibri" panose="020F0502020204030204" pitchFamily="34" charset="0"/>
              </a:rPr>
              <a:t>uản</a:t>
            </a:r>
            <a:r>
              <a:rPr lang="en-US" sz="2400" dirty="0">
                <a:effectLst/>
                <a:latin typeface="Times New Roman" panose="02020603050405020304" pitchFamily="18" charset="0"/>
                <a:ea typeface="Calibri" panose="020F0502020204030204" pitchFamily="34" charset="0"/>
              </a:rPr>
              <a:t> </a:t>
            </a:r>
            <a:r>
              <a:rPr lang="en-US" sz="2400" dirty="0" err="1">
                <a:effectLst/>
                <a:latin typeface="Times New Roman" panose="02020603050405020304" pitchFamily="18" charset="0"/>
                <a:ea typeface="Calibri" panose="020F0502020204030204" pitchFamily="34" charset="0"/>
              </a:rPr>
              <a:t>lí</a:t>
            </a:r>
            <a:r>
              <a:rPr lang="en-US" sz="2400" dirty="0">
                <a:effectLst/>
                <a:latin typeface="Times New Roman" panose="02020603050405020304" pitchFamily="18" charset="0"/>
                <a:ea typeface="Calibri" panose="020F0502020204030204" pitchFamily="34" charset="0"/>
              </a:rPr>
              <a:t> </a:t>
            </a:r>
            <a:r>
              <a:rPr lang="en-US" sz="2400" dirty="0" err="1">
                <a:effectLst/>
                <a:latin typeface="Times New Roman" panose="02020603050405020304" pitchFamily="18" charset="0"/>
                <a:ea typeface="Calibri" panose="020F0502020204030204" pitchFamily="34" charset="0"/>
              </a:rPr>
              <a:t>điện</a:t>
            </a:r>
            <a:r>
              <a:rPr lang="en-US" sz="2400" dirty="0">
                <a:effectLst/>
                <a:latin typeface="Times New Roman" panose="02020603050405020304" pitchFamily="18" charset="0"/>
                <a:ea typeface="Calibri" panose="020F0502020204030204" pitchFamily="34" charset="0"/>
              </a:rPr>
              <a:t> </a:t>
            </a:r>
            <a:r>
              <a:rPr lang="en-US" sz="2400" dirty="0" err="1">
                <a:effectLst/>
                <a:latin typeface="Times New Roman" panose="02020603050405020304" pitchFamily="18" charset="0"/>
                <a:ea typeface="Calibri" panose="020F0502020204030204" pitchFamily="34" charset="0"/>
              </a:rPr>
              <a:t>thoại</a:t>
            </a:r>
            <a:endParaRPr lang="en-US" sz="2400" dirty="0">
              <a:effectLst/>
              <a:latin typeface="Times New Roman" panose="02020603050405020304" pitchFamily="18" charset="0"/>
              <a:ea typeface="Calibri" panose="020F0502020204030204" pitchFamily="34" charset="0"/>
            </a:endParaRPr>
          </a:p>
          <a:p>
            <a:r>
              <a:rPr lang="en-US" sz="2400" dirty="0" err="1">
                <a:latin typeface="Times New Roman" panose="02020603050405020304" pitchFamily="18" charset="0"/>
                <a:ea typeface="Calibri" panose="020F0502020204030204" pitchFamily="34" charset="0"/>
              </a:rPr>
              <a:t>Q</a:t>
            </a:r>
            <a:r>
              <a:rPr lang="en-US" sz="2400" dirty="0" err="1">
                <a:effectLst/>
                <a:latin typeface="Times New Roman" panose="02020603050405020304" pitchFamily="18" charset="0"/>
                <a:ea typeface="Calibri" panose="020F0502020204030204" pitchFamily="34" charset="0"/>
              </a:rPr>
              <a:t>uản</a:t>
            </a:r>
            <a:r>
              <a:rPr lang="en-US" sz="2400" dirty="0">
                <a:effectLst/>
                <a:latin typeface="Times New Roman" panose="02020603050405020304" pitchFamily="18" charset="0"/>
                <a:ea typeface="Calibri" panose="020F0502020204030204" pitchFamily="34" charset="0"/>
              </a:rPr>
              <a:t> </a:t>
            </a:r>
            <a:r>
              <a:rPr lang="en-US" sz="2400" dirty="0" err="1">
                <a:effectLst/>
                <a:latin typeface="Times New Roman" panose="02020603050405020304" pitchFamily="18" charset="0"/>
                <a:ea typeface="Calibri" panose="020F0502020204030204" pitchFamily="34" charset="0"/>
              </a:rPr>
              <a:t>lí</a:t>
            </a:r>
            <a:r>
              <a:rPr lang="en-US" sz="2400" dirty="0">
                <a:effectLst/>
                <a:latin typeface="Times New Roman" panose="02020603050405020304" pitchFamily="18" charset="0"/>
                <a:ea typeface="Calibri" panose="020F0502020204030204" pitchFamily="34" charset="0"/>
              </a:rPr>
              <a:t> </a:t>
            </a:r>
            <a:r>
              <a:rPr lang="en-US" sz="2400" dirty="0" err="1">
                <a:effectLst/>
                <a:latin typeface="Times New Roman" panose="02020603050405020304" pitchFamily="18" charset="0"/>
                <a:ea typeface="Calibri" panose="020F0502020204030204" pitchFamily="34" charset="0"/>
              </a:rPr>
              <a:t>nhân</a:t>
            </a:r>
            <a:r>
              <a:rPr lang="en-US" sz="2400" dirty="0">
                <a:effectLst/>
                <a:latin typeface="Times New Roman" panose="02020603050405020304" pitchFamily="18" charset="0"/>
                <a:ea typeface="Calibri" panose="020F0502020204030204" pitchFamily="34" charset="0"/>
              </a:rPr>
              <a:t> </a:t>
            </a:r>
            <a:r>
              <a:rPr lang="en-US" sz="2400" dirty="0" err="1">
                <a:effectLst/>
                <a:latin typeface="Times New Roman" panose="02020603050405020304" pitchFamily="18" charset="0"/>
                <a:ea typeface="Calibri" panose="020F0502020204030204" pitchFamily="34" charset="0"/>
              </a:rPr>
              <a:t>viên</a:t>
            </a:r>
            <a:endParaRPr lang="en-US" sz="2400" dirty="0">
              <a:effectLst/>
              <a:latin typeface="Times New Roman" panose="02020603050405020304" pitchFamily="18" charset="0"/>
              <a:ea typeface="Calibri" panose="020F0502020204030204" pitchFamily="34" charset="0"/>
            </a:endParaRPr>
          </a:p>
          <a:p>
            <a:r>
              <a:rPr lang="en-US" sz="2400" dirty="0" err="1">
                <a:latin typeface="Times New Roman" panose="02020603050405020304" pitchFamily="18" charset="0"/>
                <a:ea typeface="Calibri" panose="020F0502020204030204" pitchFamily="34" charset="0"/>
              </a:rPr>
              <a:t>Q</a:t>
            </a:r>
            <a:r>
              <a:rPr lang="en-US" sz="2400" dirty="0" err="1">
                <a:effectLst/>
                <a:latin typeface="Times New Roman" panose="02020603050405020304" pitchFamily="18" charset="0"/>
                <a:ea typeface="Calibri" panose="020F0502020204030204" pitchFamily="34" charset="0"/>
              </a:rPr>
              <a:t>uản</a:t>
            </a:r>
            <a:r>
              <a:rPr lang="en-US" sz="2400" dirty="0">
                <a:effectLst/>
                <a:latin typeface="Times New Roman" panose="02020603050405020304" pitchFamily="18" charset="0"/>
                <a:ea typeface="Calibri" panose="020F0502020204030204" pitchFamily="34" charset="0"/>
              </a:rPr>
              <a:t> </a:t>
            </a:r>
            <a:r>
              <a:rPr lang="en-US" sz="2400" dirty="0" err="1">
                <a:effectLst/>
                <a:latin typeface="Times New Roman" panose="02020603050405020304" pitchFamily="18" charset="0"/>
                <a:ea typeface="Calibri" panose="020F0502020204030204" pitchFamily="34" charset="0"/>
              </a:rPr>
              <a:t>lí</a:t>
            </a:r>
            <a:r>
              <a:rPr lang="en-US" sz="2400" dirty="0">
                <a:effectLst/>
                <a:latin typeface="Times New Roman" panose="02020603050405020304" pitchFamily="18" charset="0"/>
                <a:ea typeface="Calibri" panose="020F0502020204030204" pitchFamily="34" charset="0"/>
              </a:rPr>
              <a:t> </a:t>
            </a:r>
            <a:r>
              <a:rPr lang="en-US" sz="2400" dirty="0" err="1">
                <a:effectLst/>
                <a:latin typeface="Times New Roman" panose="02020603050405020304" pitchFamily="18" charset="0"/>
                <a:ea typeface="Calibri" panose="020F0502020204030204" pitchFamily="34" charset="0"/>
              </a:rPr>
              <a:t>thông</a:t>
            </a:r>
            <a:r>
              <a:rPr lang="en-US" sz="2400" dirty="0">
                <a:effectLst/>
                <a:latin typeface="Times New Roman" panose="02020603050405020304" pitchFamily="18" charset="0"/>
                <a:ea typeface="Calibri" panose="020F0502020204030204" pitchFamily="34" charset="0"/>
              </a:rPr>
              <a:t> tin </a:t>
            </a:r>
            <a:r>
              <a:rPr lang="en-US" sz="2400" dirty="0" err="1">
                <a:effectLst/>
                <a:latin typeface="Times New Roman" panose="02020603050405020304" pitchFamily="18" charset="0"/>
                <a:ea typeface="Calibri" panose="020F0502020204030204" pitchFamily="34" charset="0"/>
              </a:rPr>
              <a:t>khách</a:t>
            </a:r>
            <a:r>
              <a:rPr lang="en-US" sz="2400" dirty="0">
                <a:effectLst/>
                <a:latin typeface="Times New Roman" panose="02020603050405020304" pitchFamily="18" charset="0"/>
                <a:ea typeface="Calibri" panose="020F0502020204030204" pitchFamily="34" charset="0"/>
              </a:rPr>
              <a:t> </a:t>
            </a:r>
            <a:r>
              <a:rPr lang="en-US" sz="2400" dirty="0" err="1">
                <a:effectLst/>
                <a:latin typeface="Times New Roman" panose="02020603050405020304" pitchFamily="18" charset="0"/>
                <a:ea typeface="Calibri" panose="020F0502020204030204" pitchFamily="34" charset="0"/>
              </a:rPr>
              <a:t>hàng</a:t>
            </a:r>
            <a:endParaRPr lang="en-US" sz="2400" dirty="0">
              <a:latin typeface="Times New Roman" panose="02020603050405020304" pitchFamily="18" charset="0"/>
              <a:ea typeface="Calibri" panose="020F0502020204030204" pitchFamily="34" charset="0"/>
            </a:endParaRPr>
          </a:p>
          <a:p>
            <a:r>
              <a:rPr lang="en-US" sz="2400" dirty="0" err="1">
                <a:latin typeface="Times New Roman" panose="02020603050405020304" pitchFamily="18" charset="0"/>
                <a:ea typeface="Calibri" panose="020F0502020204030204" pitchFamily="34" charset="0"/>
              </a:rPr>
              <a:t>H</a:t>
            </a:r>
            <a:r>
              <a:rPr lang="en-US" sz="2400" dirty="0" err="1">
                <a:effectLst/>
                <a:latin typeface="Times New Roman" panose="02020603050405020304" pitchFamily="18" charset="0"/>
                <a:ea typeface="Calibri" panose="020F0502020204030204" pitchFamily="34" charset="0"/>
              </a:rPr>
              <a:t>óa</a:t>
            </a:r>
            <a:r>
              <a:rPr lang="en-US" sz="2400" dirty="0">
                <a:effectLst/>
                <a:latin typeface="Times New Roman" panose="02020603050405020304" pitchFamily="18" charset="0"/>
                <a:ea typeface="Calibri" panose="020F0502020204030204" pitchFamily="34" charset="0"/>
              </a:rPr>
              <a:t> </a:t>
            </a:r>
            <a:r>
              <a:rPr lang="en-US" sz="2400" dirty="0" err="1">
                <a:effectLst/>
                <a:latin typeface="Times New Roman" panose="02020603050405020304" pitchFamily="18" charset="0"/>
                <a:ea typeface="Calibri" panose="020F0502020204030204" pitchFamily="34" charset="0"/>
              </a:rPr>
              <a:t>đơn</a:t>
            </a:r>
            <a:endParaRPr lang="en-US" sz="2400" dirty="0">
              <a:effectLst/>
              <a:latin typeface="Times New Roman" panose="02020603050405020304" pitchFamily="18" charset="0"/>
              <a:ea typeface="Calibri" panose="020F0502020204030204" pitchFamily="34" charset="0"/>
            </a:endParaRPr>
          </a:p>
          <a:p>
            <a:r>
              <a:rPr lang="en-US" sz="2400" dirty="0" err="1">
                <a:latin typeface="Times New Roman" panose="02020603050405020304" pitchFamily="18" charset="0"/>
                <a:ea typeface="Calibri" panose="020F0502020204030204" pitchFamily="34" charset="0"/>
              </a:rPr>
              <a:t>H</a:t>
            </a:r>
            <a:r>
              <a:rPr lang="en-US" sz="2400" dirty="0" err="1">
                <a:effectLst/>
                <a:latin typeface="Times New Roman" panose="02020603050405020304" pitchFamily="18" charset="0"/>
                <a:ea typeface="Calibri" panose="020F0502020204030204" pitchFamily="34" charset="0"/>
              </a:rPr>
              <a:t>ãng</a:t>
            </a:r>
            <a:r>
              <a:rPr lang="en-US" sz="2400" dirty="0">
                <a:effectLst/>
                <a:latin typeface="Times New Roman" panose="02020603050405020304" pitchFamily="18" charset="0"/>
                <a:ea typeface="Calibri" panose="020F0502020204030204" pitchFamily="34" charset="0"/>
              </a:rPr>
              <a:t> </a:t>
            </a:r>
            <a:r>
              <a:rPr lang="en-US" sz="2400" dirty="0" err="1">
                <a:effectLst/>
                <a:latin typeface="Times New Roman" panose="02020603050405020304" pitchFamily="18" charset="0"/>
                <a:ea typeface="Calibri" panose="020F0502020204030204" pitchFamily="34" charset="0"/>
              </a:rPr>
              <a:t>cung</a:t>
            </a:r>
            <a:r>
              <a:rPr lang="en-US" sz="2400" dirty="0">
                <a:effectLst/>
                <a:latin typeface="Times New Roman" panose="02020603050405020304" pitchFamily="18" charset="0"/>
                <a:ea typeface="Calibri" panose="020F0502020204030204" pitchFamily="34" charset="0"/>
              </a:rPr>
              <a:t> </a:t>
            </a:r>
            <a:r>
              <a:rPr lang="en-US" sz="2400" dirty="0" err="1">
                <a:effectLst/>
                <a:latin typeface="Times New Roman" panose="02020603050405020304" pitchFamily="18" charset="0"/>
                <a:ea typeface="Calibri" panose="020F0502020204030204" pitchFamily="34" charset="0"/>
              </a:rPr>
              <a:t>cấp</a:t>
            </a:r>
            <a:r>
              <a:rPr lang="en-US" sz="2400" dirty="0">
                <a:effectLst/>
                <a:latin typeface="Times New Roman" panose="02020603050405020304" pitchFamily="18" charset="0"/>
                <a:ea typeface="Calibri" panose="020F0502020204030204" pitchFamily="34" charset="0"/>
              </a:rPr>
              <a:t> </a:t>
            </a:r>
            <a:r>
              <a:rPr lang="en-US" sz="2400" dirty="0" err="1">
                <a:effectLst/>
                <a:latin typeface="Times New Roman" panose="02020603050405020304" pitchFamily="18" charset="0"/>
                <a:ea typeface="Calibri" panose="020F0502020204030204" pitchFamily="34" charset="0"/>
              </a:rPr>
              <a:t>điện</a:t>
            </a:r>
            <a:r>
              <a:rPr lang="en-US" sz="2400" dirty="0">
                <a:effectLst/>
                <a:latin typeface="Times New Roman" panose="02020603050405020304" pitchFamily="18" charset="0"/>
                <a:ea typeface="Calibri" panose="020F0502020204030204" pitchFamily="34" charset="0"/>
              </a:rPr>
              <a:t> </a:t>
            </a:r>
            <a:r>
              <a:rPr lang="en-US" sz="2400" dirty="0" err="1">
                <a:effectLst/>
                <a:latin typeface="Times New Roman" panose="02020603050405020304" pitchFamily="18" charset="0"/>
                <a:ea typeface="Calibri" panose="020F0502020204030204" pitchFamily="34" charset="0"/>
              </a:rPr>
              <a:t>thoại</a:t>
            </a:r>
            <a:endParaRPr lang="en-US" sz="2400" dirty="0">
              <a:latin typeface="Times New Roman" panose="02020603050405020304" pitchFamily="18" charset="0"/>
              <a:ea typeface="Calibri" panose="020F0502020204030204" pitchFamily="34" charset="0"/>
            </a:endParaRPr>
          </a:p>
        </p:txBody>
      </p:sp>
      <p:sp>
        <p:nvSpPr>
          <p:cNvPr id="14" name="Freeform: Shape 13">
            <a:extLst>
              <a:ext uri="{FF2B5EF4-FFF2-40B4-BE49-F238E27FC236}">
                <a16:creationId xmlns:a16="http://schemas.microsoft.com/office/drawing/2014/main" id="{6200B311-3585-4069-AAC6-CD443FA5B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23986" y="1690688"/>
            <a:ext cx="3668014" cy="5167312"/>
          </a:xfrm>
          <a:custGeom>
            <a:avLst/>
            <a:gdLst>
              <a:gd name="connsiteX0" fmla="*/ 2391664 w 3668014"/>
              <a:gd name="connsiteY0" fmla="*/ 0 h 5167312"/>
              <a:gd name="connsiteX1" fmla="*/ 3668014 w 3668014"/>
              <a:gd name="connsiteY1" fmla="*/ 0 h 5167312"/>
              <a:gd name="connsiteX2" fmla="*/ 3668014 w 3668014"/>
              <a:gd name="connsiteY2" fmla="*/ 5167312 h 5167312"/>
              <a:gd name="connsiteX3" fmla="*/ 0 w 3668014"/>
              <a:gd name="connsiteY3" fmla="*/ 5167312 h 5167312"/>
              <a:gd name="connsiteX4" fmla="*/ 2393879 w 3668014"/>
              <a:gd name="connsiteY4" fmla="*/ 952 h 5167312"/>
              <a:gd name="connsiteX5" fmla="*/ 2391664 w 3668014"/>
              <a:gd name="connsiteY5" fmla="*/ 952 h 516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68014" h="5167312">
                <a:moveTo>
                  <a:pt x="2391664" y="0"/>
                </a:moveTo>
                <a:lnTo>
                  <a:pt x="3668014" y="0"/>
                </a:lnTo>
                <a:lnTo>
                  <a:pt x="3668014" y="5167312"/>
                </a:lnTo>
                <a:lnTo>
                  <a:pt x="0" y="5167312"/>
                </a:lnTo>
                <a:lnTo>
                  <a:pt x="2393879" y="952"/>
                </a:lnTo>
                <a:lnTo>
                  <a:pt x="2391664" y="952"/>
                </a:lnTo>
                <a:close/>
              </a:path>
            </a:pathLst>
          </a:custGeom>
          <a:solidFill>
            <a:srgbClr val="A6A6A6">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11793128"/>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5" name="Chỗ dành sẵn cho Văn bản 4">
            <a:extLst>
              <a:ext uri="{FF2B5EF4-FFF2-40B4-BE49-F238E27FC236}">
                <a16:creationId xmlns:a16="http://schemas.microsoft.com/office/drawing/2014/main" id="{1FD2F757-CCD4-B09B-A3B5-E736DD5ED1AA}"/>
              </a:ext>
            </a:extLst>
          </p:cNvPr>
          <p:cNvSpPr>
            <a:spLocks noGrp="1"/>
          </p:cNvSpPr>
          <p:nvPr>
            <p:ph type="body" idx="1"/>
          </p:nvPr>
        </p:nvSpPr>
        <p:spPr>
          <a:xfrm>
            <a:off x="839788" y="802047"/>
            <a:ext cx="5157787" cy="823912"/>
          </a:xfrm>
        </p:spPr>
        <p:txBody>
          <a:bodyPr anchor="ctr"/>
          <a:lstStyle/>
          <a:p>
            <a:r>
              <a:rPr lang="vi-VN"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Thiết</a:t>
            </a:r>
            <a:r>
              <a:rPr lang="vi-VN"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kế</a:t>
            </a:r>
            <a:r>
              <a:rPr lang="vi-VN"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CSDL:</a:t>
            </a:r>
            <a:endPar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Chỗ dành sẵn cho Văn bản 6">
            <a:extLst>
              <a:ext uri="{FF2B5EF4-FFF2-40B4-BE49-F238E27FC236}">
                <a16:creationId xmlns:a16="http://schemas.microsoft.com/office/drawing/2014/main" id="{1CA326F2-FF0D-A476-E813-2A9F15BF2FAF}"/>
              </a:ext>
            </a:extLst>
          </p:cNvPr>
          <p:cNvSpPr>
            <a:spLocks noGrp="1"/>
          </p:cNvSpPr>
          <p:nvPr>
            <p:ph type="body" sz="quarter" idx="3"/>
          </p:nvPr>
        </p:nvSpPr>
        <p:spPr>
          <a:xfrm>
            <a:off x="5923683" y="802047"/>
            <a:ext cx="5183188" cy="823912"/>
          </a:xfrm>
        </p:spPr>
        <p:txBody>
          <a:bodyPr anchor="ctr"/>
          <a:lstStyle/>
          <a:p>
            <a:r>
              <a:rPr lang="vi-VN"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Lược</a:t>
            </a:r>
            <a:r>
              <a:rPr lang="vi-VN"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đồ</a:t>
            </a:r>
            <a:r>
              <a:rPr lang="vi-VN"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phân </a:t>
            </a:r>
            <a:r>
              <a:rPr lang="vi-VN"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mảnh</a:t>
            </a:r>
            <a:r>
              <a:rPr lang="vi-VN"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1198">
            <a:extLst>
              <a:ext uri="{FF2B5EF4-FFF2-40B4-BE49-F238E27FC236}">
                <a16:creationId xmlns:a16="http://schemas.microsoft.com/office/drawing/2014/main" id="{7677F1CA-711A-55F5-DAB5-B835B125057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765896" y="1971529"/>
            <a:ext cx="5157787" cy="2914942"/>
          </a:xfrm>
          <a:prstGeom prst="rect">
            <a:avLst/>
          </a:prstGeom>
          <a:noFill/>
          <a:ln>
            <a:noFill/>
          </a:ln>
        </p:spPr>
      </p:pic>
      <p:pic>
        <p:nvPicPr>
          <p:cNvPr id="10" name="Picture 1199">
            <a:extLst>
              <a:ext uri="{FF2B5EF4-FFF2-40B4-BE49-F238E27FC236}">
                <a16:creationId xmlns:a16="http://schemas.microsoft.com/office/drawing/2014/main" id="{08B33EB6-BEC0-2E15-46D7-69FB6F3CA421}"/>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rcRect/>
          <a:stretch>
            <a:fillRect/>
          </a:stretch>
        </p:blipFill>
        <p:spPr bwMode="auto">
          <a:xfrm>
            <a:off x="6096000" y="1958901"/>
            <a:ext cx="5855855" cy="3728165"/>
          </a:xfrm>
          <a:prstGeom prst="rect">
            <a:avLst/>
          </a:prstGeom>
          <a:noFill/>
          <a:ln>
            <a:noFill/>
          </a:ln>
        </p:spPr>
      </p:pic>
    </p:spTree>
    <p:extLst>
      <p:ext uri="{BB962C8B-B14F-4D97-AF65-F5344CB8AC3E}">
        <p14:creationId xmlns:p14="http://schemas.microsoft.com/office/powerpoint/2010/main" val="16764270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18" name="Rectangle 13">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êu đề 1">
            <a:extLst>
              <a:ext uri="{FF2B5EF4-FFF2-40B4-BE49-F238E27FC236}">
                <a16:creationId xmlns:a16="http://schemas.microsoft.com/office/drawing/2014/main" id="{EA6F6676-EB8E-B84D-9DE9-2D41A10F52C0}"/>
              </a:ext>
            </a:extLst>
          </p:cNvPr>
          <p:cNvSpPr>
            <a:spLocks noGrp="1"/>
          </p:cNvSpPr>
          <p:nvPr>
            <p:ph type="title"/>
          </p:nvPr>
        </p:nvSpPr>
        <p:spPr>
          <a:xfrm>
            <a:off x="838200" y="1412488"/>
            <a:ext cx="2899189" cy="4363844"/>
          </a:xfrm>
        </p:spPr>
        <p:txBody>
          <a:bodyPr anchor="t">
            <a:normAutofit/>
          </a:bodyPr>
          <a:lstStyle/>
          <a:p>
            <a:r>
              <a:rPr lang="en-US" sz="3600" dirty="0" err="1">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Việc</a:t>
            </a:r>
            <a:r>
              <a:rPr lang="en-US" sz="3600"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quản</a:t>
            </a:r>
            <a:r>
              <a:rPr lang="en-US" sz="3600"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lí</a:t>
            </a:r>
            <a:r>
              <a:rPr lang="en-US" sz="3600"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cửa</a:t>
            </a:r>
            <a:r>
              <a:rPr lang="en-US" sz="3600"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hàng</a:t>
            </a:r>
            <a:r>
              <a:rPr lang="en-US" sz="3600"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điện</a:t>
            </a:r>
            <a:r>
              <a:rPr lang="en-US" sz="3600"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thoại</a:t>
            </a:r>
            <a:r>
              <a:rPr lang="en-US" sz="3600"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được</a:t>
            </a:r>
            <a:r>
              <a:rPr lang="en-US" sz="3600"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phân</a:t>
            </a:r>
            <a:r>
              <a:rPr lang="en-US" sz="3600"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cấp</a:t>
            </a:r>
            <a:r>
              <a:rPr lang="en-US" sz="3600"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theo</a:t>
            </a:r>
            <a:r>
              <a:rPr lang="en-US" sz="3600"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từng</a:t>
            </a:r>
            <a:r>
              <a:rPr lang="en-US" sz="3600"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bộ</a:t>
            </a:r>
            <a:r>
              <a:rPr lang="en-US" sz="3600"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phận</a:t>
            </a:r>
            <a:r>
              <a:rPr lang="en-US" sz="3600"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 :</a:t>
            </a:r>
            <a:br>
              <a:rPr lang="en-US" sz="37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br>
            <a:endParaRPr lang="en-US" sz="3700" dirty="0">
              <a:solidFill>
                <a:srgbClr val="FFFFFF"/>
              </a:solidFill>
            </a:endParaRPr>
          </a:p>
        </p:txBody>
      </p:sp>
      <p:sp>
        <p:nvSpPr>
          <p:cNvPr id="7" name="Chỗ dành sẵn cho Nội dung 6">
            <a:extLst>
              <a:ext uri="{FF2B5EF4-FFF2-40B4-BE49-F238E27FC236}">
                <a16:creationId xmlns:a16="http://schemas.microsoft.com/office/drawing/2014/main" id="{3A64D367-1A39-A1BE-6EC8-B18B3FF978C6}"/>
              </a:ext>
            </a:extLst>
          </p:cNvPr>
          <p:cNvSpPr>
            <a:spLocks noGrp="1"/>
          </p:cNvSpPr>
          <p:nvPr>
            <p:ph sz="half" idx="1"/>
          </p:nvPr>
        </p:nvSpPr>
        <p:spPr>
          <a:xfrm>
            <a:off x="4380855" y="1412489"/>
            <a:ext cx="3427283" cy="4363844"/>
          </a:xfrm>
        </p:spPr>
        <p:txBody>
          <a:bodyPr>
            <a:normAutofit/>
          </a:bodyPr>
          <a:lstStyle/>
          <a:p>
            <a:pPr marL="0" indent="0">
              <a:buNone/>
            </a:pPr>
            <a:r>
              <a:rPr lang="en-US" sz="20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Quản</a:t>
            </a:r>
            <a:r>
              <a:rPr lang="en-US" sz="20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lí</a:t>
            </a:r>
            <a:r>
              <a:rPr lang="en-US" sz="20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chi </a:t>
            </a:r>
            <a:r>
              <a:rPr lang="en-US" sz="20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nhánh</a:t>
            </a:r>
            <a:r>
              <a:rPr lang="en-US" sz="20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 </a:t>
            </a:r>
          </a:p>
          <a:p>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Quản</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lí</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nhân</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viên</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20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Quản</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lí</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nhập</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điện</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thoại</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20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Quản</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lí</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sản</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phẩm</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còn</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trong</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kho</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20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p>
        </p:txBody>
      </p:sp>
      <p:cxnSp>
        <p:nvCxnSpPr>
          <p:cNvPr id="19" name="Straight Connector 15">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 name="Chỗ dành sẵn cho Nội dung 8">
            <a:extLst>
              <a:ext uri="{FF2B5EF4-FFF2-40B4-BE49-F238E27FC236}">
                <a16:creationId xmlns:a16="http://schemas.microsoft.com/office/drawing/2014/main" id="{457D81C1-4769-EECF-06FA-40A96443A19E}"/>
              </a:ext>
            </a:extLst>
          </p:cNvPr>
          <p:cNvSpPr>
            <a:spLocks noGrp="1"/>
          </p:cNvSpPr>
          <p:nvPr>
            <p:ph sz="half" idx="2"/>
          </p:nvPr>
        </p:nvSpPr>
        <p:spPr>
          <a:xfrm>
            <a:off x="8451604" y="1412489"/>
            <a:ext cx="3197701" cy="4363844"/>
          </a:xfrm>
        </p:spPr>
        <p:txBody>
          <a:bodyPr>
            <a:normAutofit/>
          </a:bodyPr>
          <a:lstStyle/>
          <a:p>
            <a:pPr marL="0" indent="0">
              <a:buNone/>
            </a:pPr>
            <a:r>
              <a:rPr lang="en-US" sz="20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Nhân</a:t>
            </a:r>
            <a:r>
              <a:rPr lang="en-US" sz="20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viên</a:t>
            </a:r>
            <a:r>
              <a:rPr lang="en-US" sz="20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bán</a:t>
            </a:r>
            <a:r>
              <a:rPr lang="en-US" sz="20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hàng</a:t>
            </a:r>
            <a:r>
              <a:rPr lang="en-US" sz="20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p>
          <a:p>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Lập</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hóa</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đơn</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bán</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hàng</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20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Quản</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lí</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thông</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tin </a:t>
            </a:r>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khách</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hàng</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20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Xuất</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hóa</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đơn</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thu</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nhận</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tiền</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20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p>
        </p:txBody>
      </p:sp>
    </p:spTree>
    <p:extLst>
      <p:ext uri="{BB962C8B-B14F-4D97-AF65-F5344CB8AC3E}">
        <p14:creationId xmlns:p14="http://schemas.microsoft.com/office/powerpoint/2010/main" val="197886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4" name="Group 13">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15"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6"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rgbClr val="595959"/>
            </a:solidFill>
            <a:ln>
              <a:noFill/>
            </a:ln>
          </p:spPr>
        </p:sp>
        <p:sp>
          <p:nvSpPr>
            <p:cNvPr id="17"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rgbClr val="262626"/>
            </a:solidFill>
            <a:ln>
              <a:noFill/>
            </a:ln>
          </p:spPr>
        </p:sp>
        <p:sp>
          <p:nvSpPr>
            <p:cNvPr id="18"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9"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20"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404040"/>
            </a:solidFill>
            <a:ln>
              <a:noFill/>
            </a:ln>
          </p:spPr>
        </p:sp>
      </p:grpSp>
      <p:sp>
        <p:nvSpPr>
          <p:cNvPr id="5" name="Tiêu đề 4">
            <a:extLst>
              <a:ext uri="{FF2B5EF4-FFF2-40B4-BE49-F238E27FC236}">
                <a16:creationId xmlns:a16="http://schemas.microsoft.com/office/drawing/2014/main" id="{C731A05D-FE48-6194-D67F-0523DD649B99}"/>
              </a:ext>
            </a:extLst>
          </p:cNvPr>
          <p:cNvSpPr>
            <a:spLocks noGrp="1"/>
          </p:cNvSpPr>
          <p:nvPr>
            <p:ph type="title"/>
          </p:nvPr>
        </p:nvSpPr>
        <p:spPr>
          <a:xfrm>
            <a:off x="535020" y="685800"/>
            <a:ext cx="2780271" cy="5105400"/>
          </a:xfrm>
        </p:spPr>
        <p:txBody>
          <a:bodyPr>
            <a:normAutofit/>
          </a:bodyPr>
          <a:lstStyle/>
          <a:p>
            <a:r>
              <a:rPr lang="en-US" sz="400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Quy trình nhập điện thoại</a:t>
            </a:r>
            <a:r>
              <a:rPr lang="en-US" sz="4000">
                <a:solidFill>
                  <a:srgbClr val="FFFFFF"/>
                </a:solidFill>
                <a:latin typeface="Times New Roman" panose="02020603050405020304" pitchFamily="18" charset="0"/>
                <a:ea typeface="Calibri" panose="020F0502020204030204" pitchFamily="34" charset="0"/>
                <a:cs typeface="Times New Roman" panose="02020603050405020304" pitchFamily="18" charset="0"/>
              </a:rPr>
              <a:t>:</a:t>
            </a:r>
            <a:br>
              <a:rPr lang="en-US" sz="40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br>
            <a:endParaRPr lang="en-US" sz="4000" dirty="0">
              <a:solidFill>
                <a:srgbClr val="FFFFFF"/>
              </a:solidFill>
            </a:endParaRPr>
          </a:p>
        </p:txBody>
      </p:sp>
      <p:graphicFrame>
        <p:nvGraphicFramePr>
          <p:cNvPr id="8" name="Chỗ dành sẵn cho Nội dung 5">
            <a:extLst>
              <a:ext uri="{FF2B5EF4-FFF2-40B4-BE49-F238E27FC236}">
                <a16:creationId xmlns:a16="http://schemas.microsoft.com/office/drawing/2014/main" id="{E4D17734-E2D2-3E88-550E-27845D51D981}"/>
              </a:ext>
            </a:extLst>
          </p:cNvPr>
          <p:cNvGraphicFramePr>
            <a:graphicFrameLocks noGrp="1"/>
          </p:cNvGraphicFramePr>
          <p:nvPr>
            <p:ph idx="1"/>
            <p:extLst>
              <p:ext uri="{D42A27DB-BD31-4B8C-83A1-F6EECF244321}">
                <p14:modId xmlns:p14="http://schemas.microsoft.com/office/powerpoint/2010/main" val="2839987505"/>
              </p:ext>
            </p:extLst>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09617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1" name="Group 10">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12"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3"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rgbClr val="595959"/>
            </a:solidFill>
            <a:ln>
              <a:noFill/>
            </a:ln>
          </p:spPr>
        </p:sp>
        <p:sp>
          <p:nvSpPr>
            <p:cNvPr id="14"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rgbClr val="262626"/>
            </a:solidFill>
            <a:ln>
              <a:noFill/>
            </a:ln>
          </p:spPr>
        </p:sp>
        <p:sp>
          <p:nvSpPr>
            <p:cNvPr id="15"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6"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7"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404040"/>
            </a:solidFill>
            <a:ln>
              <a:noFill/>
            </a:ln>
          </p:spPr>
        </p:sp>
      </p:grpSp>
      <p:sp>
        <p:nvSpPr>
          <p:cNvPr id="2" name="Tiêu đề 1">
            <a:extLst>
              <a:ext uri="{FF2B5EF4-FFF2-40B4-BE49-F238E27FC236}">
                <a16:creationId xmlns:a16="http://schemas.microsoft.com/office/drawing/2014/main" id="{DDF58B2B-F583-31B0-ABA0-2412899A4F9A}"/>
              </a:ext>
            </a:extLst>
          </p:cNvPr>
          <p:cNvSpPr>
            <a:spLocks noGrp="1"/>
          </p:cNvSpPr>
          <p:nvPr>
            <p:ph type="title"/>
          </p:nvPr>
        </p:nvSpPr>
        <p:spPr>
          <a:xfrm>
            <a:off x="535020" y="685800"/>
            <a:ext cx="2780271" cy="5105400"/>
          </a:xfrm>
        </p:spPr>
        <p:txBody>
          <a:bodyPr>
            <a:normAutofit/>
          </a:bodyPr>
          <a:lstStyle/>
          <a:p>
            <a:r>
              <a:rPr lang="en-US" sz="400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Quy trình bán điện thoại</a:t>
            </a:r>
            <a:r>
              <a:rPr lang="en-US" sz="4000">
                <a:solidFill>
                  <a:srgbClr val="FFFFFF"/>
                </a:solidFill>
                <a:latin typeface="Times New Roman" panose="02020603050405020304" pitchFamily="18" charset="0"/>
                <a:ea typeface="Calibri" panose="020F0502020204030204" pitchFamily="34" charset="0"/>
                <a:cs typeface="Times New Roman" panose="02020603050405020304" pitchFamily="18" charset="0"/>
              </a:rPr>
              <a:t>:</a:t>
            </a:r>
            <a:br>
              <a:rPr lang="en-US" sz="40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br>
            <a:endParaRPr lang="en-US" sz="4000">
              <a:solidFill>
                <a:srgbClr val="FFFFFF"/>
              </a:solidFill>
            </a:endParaRPr>
          </a:p>
        </p:txBody>
      </p:sp>
      <p:graphicFrame>
        <p:nvGraphicFramePr>
          <p:cNvPr id="5" name="Chỗ dành sẵn cho Nội dung 2">
            <a:extLst>
              <a:ext uri="{FF2B5EF4-FFF2-40B4-BE49-F238E27FC236}">
                <a16:creationId xmlns:a16="http://schemas.microsoft.com/office/drawing/2014/main" id="{BCD2288D-C9A3-B971-B05C-8E6B390F6246}"/>
              </a:ext>
            </a:extLst>
          </p:cNvPr>
          <p:cNvGraphicFramePr>
            <a:graphicFrameLocks noGrp="1"/>
          </p:cNvGraphicFramePr>
          <p:nvPr>
            <p:ph idx="1"/>
            <p:extLst>
              <p:ext uri="{D42A27DB-BD31-4B8C-83A1-F6EECF244321}">
                <p14:modId xmlns:p14="http://schemas.microsoft.com/office/powerpoint/2010/main" val="109541643"/>
              </p:ext>
            </p:extLst>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341030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hỗ dành sẵn cho Nội dung 4">
            <a:extLst>
              <a:ext uri="{FF2B5EF4-FFF2-40B4-BE49-F238E27FC236}">
                <a16:creationId xmlns:a16="http://schemas.microsoft.com/office/drawing/2014/main" id="{9AA9C2D5-7E6F-05E8-4E0A-D959E3AF3E5F}"/>
              </a:ext>
            </a:extLst>
          </p:cNvPr>
          <p:cNvPicPr>
            <a:picLocks noChangeAspect="1"/>
          </p:cNvPicPr>
          <p:nvPr/>
        </p:nvPicPr>
        <p:blipFill rotWithShape="1">
          <a:blip r:embed="rId2">
            <a:alphaModFix amt="50000"/>
            <a:extLst>
              <a:ext uri="{28A0092B-C50C-407E-A947-70E740481C1C}">
                <a14:useLocalDpi xmlns:a14="http://schemas.microsoft.com/office/drawing/2010/main" val="0"/>
              </a:ext>
            </a:extLst>
          </a:blip>
          <a:srcRect t="3989" r="-1" b="7753"/>
          <a:stretch/>
        </p:blipFill>
        <p:spPr>
          <a:xfrm>
            <a:off x="20" y="10"/>
            <a:ext cx="12188930" cy="6857990"/>
          </a:xfrm>
          <a:prstGeom prst="rect">
            <a:avLst/>
          </a:prstGeom>
        </p:spPr>
      </p:pic>
      <p:sp>
        <p:nvSpPr>
          <p:cNvPr id="2" name="Tiêu đề 1">
            <a:extLst>
              <a:ext uri="{FF2B5EF4-FFF2-40B4-BE49-F238E27FC236}">
                <a16:creationId xmlns:a16="http://schemas.microsoft.com/office/drawing/2014/main" id="{80B611F3-426F-CB4D-4C20-1EF9C572425F}"/>
              </a:ext>
            </a:extLst>
          </p:cNvPr>
          <p:cNvSpPr>
            <a:spLocks noGrp="1"/>
          </p:cNvSpPr>
          <p:nvPr>
            <p:ph type="title"/>
          </p:nvPr>
        </p:nvSpPr>
        <p:spPr>
          <a:xfrm>
            <a:off x="1524000" y="1122363"/>
            <a:ext cx="9144000" cy="3063240"/>
          </a:xfrm>
        </p:spPr>
        <p:txBody>
          <a:bodyPr vert="horz" lIns="91440" tIns="45720" rIns="91440" bIns="45720" rtlCol="0" anchor="b">
            <a:normAutofit/>
          </a:bodyPr>
          <a:lstStyle/>
          <a:p>
            <a:pPr algn="ctr"/>
            <a:r>
              <a:rPr lang="en-US" sz="6600" dirty="0" err="1">
                <a:ln>
                  <a:solidFill>
                    <a:schemeClr val="bg1"/>
                  </a:solidFill>
                </a:ln>
                <a:solidFill>
                  <a:schemeClr val="tx1">
                    <a:lumMod val="95000"/>
                  </a:schemeClr>
                </a:solidFill>
                <a:effectLst/>
              </a:rPr>
              <a:t>Các</a:t>
            </a:r>
            <a:r>
              <a:rPr lang="en-US" sz="6600" dirty="0">
                <a:ln>
                  <a:solidFill>
                    <a:schemeClr val="bg1"/>
                  </a:solidFill>
                </a:ln>
                <a:solidFill>
                  <a:schemeClr val="tx1">
                    <a:lumMod val="95000"/>
                  </a:schemeClr>
                </a:solidFill>
                <a:effectLst/>
              </a:rPr>
              <a:t> </a:t>
            </a:r>
            <a:r>
              <a:rPr lang="en-US" sz="6600" dirty="0" err="1">
                <a:ln>
                  <a:solidFill>
                    <a:schemeClr val="bg1"/>
                  </a:solidFill>
                </a:ln>
                <a:solidFill>
                  <a:schemeClr val="tx1">
                    <a:lumMod val="95000"/>
                  </a:schemeClr>
                </a:solidFill>
                <a:effectLst/>
              </a:rPr>
              <a:t>bước</a:t>
            </a:r>
            <a:r>
              <a:rPr lang="en-US" sz="6600" dirty="0">
                <a:ln>
                  <a:solidFill>
                    <a:schemeClr val="bg1"/>
                  </a:solidFill>
                </a:ln>
                <a:solidFill>
                  <a:schemeClr val="tx1">
                    <a:lumMod val="95000"/>
                  </a:schemeClr>
                </a:solidFill>
                <a:effectLst/>
              </a:rPr>
              <a:t> </a:t>
            </a:r>
            <a:r>
              <a:rPr lang="en-US" sz="6600" dirty="0" err="1">
                <a:ln>
                  <a:solidFill>
                    <a:schemeClr val="bg1"/>
                  </a:solidFill>
                </a:ln>
                <a:solidFill>
                  <a:schemeClr val="tx1">
                    <a:lumMod val="95000"/>
                  </a:schemeClr>
                </a:solidFill>
                <a:effectLst/>
              </a:rPr>
              <a:t>để</a:t>
            </a:r>
            <a:r>
              <a:rPr lang="en-US" sz="6600" dirty="0">
                <a:ln>
                  <a:solidFill>
                    <a:schemeClr val="bg1"/>
                  </a:solidFill>
                </a:ln>
                <a:solidFill>
                  <a:schemeClr val="tx1">
                    <a:lumMod val="95000"/>
                  </a:schemeClr>
                </a:solidFill>
                <a:effectLst/>
              </a:rPr>
              <a:t> </a:t>
            </a:r>
            <a:r>
              <a:rPr lang="en-US" sz="6600" dirty="0" err="1">
                <a:ln>
                  <a:solidFill>
                    <a:schemeClr val="bg1"/>
                  </a:solidFill>
                </a:ln>
                <a:solidFill>
                  <a:schemeClr val="tx1">
                    <a:lumMod val="95000"/>
                  </a:schemeClr>
                </a:solidFill>
                <a:effectLst/>
              </a:rPr>
              <a:t>phân</a:t>
            </a:r>
            <a:r>
              <a:rPr lang="en-US" sz="6600" dirty="0">
                <a:ln>
                  <a:solidFill>
                    <a:schemeClr val="bg1"/>
                  </a:solidFill>
                </a:ln>
                <a:solidFill>
                  <a:schemeClr val="tx1">
                    <a:lumMod val="95000"/>
                  </a:schemeClr>
                </a:solidFill>
                <a:effectLst/>
              </a:rPr>
              <a:t> </a:t>
            </a:r>
            <a:r>
              <a:rPr lang="en-US" sz="6600" dirty="0" err="1">
                <a:ln>
                  <a:solidFill>
                    <a:schemeClr val="bg1"/>
                  </a:solidFill>
                </a:ln>
                <a:solidFill>
                  <a:schemeClr val="tx1">
                    <a:lumMod val="95000"/>
                  </a:schemeClr>
                </a:solidFill>
                <a:effectLst/>
              </a:rPr>
              <a:t>tán</a:t>
            </a:r>
            <a:r>
              <a:rPr lang="en-US" sz="6600" dirty="0">
                <a:ln>
                  <a:solidFill>
                    <a:schemeClr val="bg1"/>
                  </a:solidFill>
                </a:ln>
                <a:solidFill>
                  <a:schemeClr val="tx1">
                    <a:lumMod val="95000"/>
                  </a:schemeClr>
                </a:solidFill>
                <a:effectLst/>
              </a:rPr>
              <a:t> </a:t>
            </a:r>
            <a:r>
              <a:rPr lang="en-US" sz="6600" dirty="0" err="1">
                <a:ln>
                  <a:solidFill>
                    <a:schemeClr val="bg1"/>
                  </a:solidFill>
                </a:ln>
                <a:solidFill>
                  <a:schemeClr val="tx1">
                    <a:lumMod val="95000"/>
                  </a:schemeClr>
                </a:solidFill>
                <a:effectLst/>
              </a:rPr>
              <a:t>dữ</a:t>
            </a:r>
            <a:r>
              <a:rPr lang="en-US" sz="6600" dirty="0">
                <a:ln>
                  <a:solidFill>
                    <a:schemeClr val="bg1"/>
                  </a:solidFill>
                </a:ln>
                <a:solidFill>
                  <a:schemeClr val="tx1">
                    <a:lumMod val="95000"/>
                  </a:schemeClr>
                </a:solidFill>
                <a:effectLst/>
              </a:rPr>
              <a:t> </a:t>
            </a:r>
            <a:r>
              <a:rPr lang="en-US" sz="6600" dirty="0" err="1">
                <a:ln>
                  <a:solidFill>
                    <a:schemeClr val="bg1"/>
                  </a:solidFill>
                </a:ln>
                <a:solidFill>
                  <a:schemeClr val="tx1">
                    <a:lumMod val="95000"/>
                  </a:schemeClr>
                </a:solidFill>
                <a:effectLst/>
              </a:rPr>
              <a:t>liệu</a:t>
            </a:r>
            <a:br>
              <a:rPr lang="en-US" sz="6600" dirty="0">
                <a:solidFill>
                  <a:srgbClr val="FFFFFF"/>
                </a:solidFill>
                <a:effectLst/>
              </a:rPr>
            </a:br>
            <a:endParaRPr lang="en-US" sz="6600" dirty="0">
              <a:solidFill>
                <a:srgbClr val="FFFFFF"/>
              </a:solidFill>
            </a:endParaRPr>
          </a:p>
        </p:txBody>
      </p:sp>
      <p:sp>
        <p:nvSpPr>
          <p:cNvPr id="25"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rgbClr val="FFFFFF">
                <a:alpha val="75000"/>
              </a:srgb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654310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3B2EADFB-6904-123E-552B-5D395F9FB6E6}"/>
              </a:ext>
            </a:extLst>
          </p:cNvPr>
          <p:cNvSpPr>
            <a:spLocks noGrp="1"/>
          </p:cNvSpPr>
          <p:nvPr>
            <p:ph type="title"/>
          </p:nvPr>
        </p:nvSpPr>
        <p:spPr>
          <a:xfrm>
            <a:off x="640080" y="329184"/>
            <a:ext cx="6894576" cy="1783080"/>
          </a:xfrm>
        </p:spPr>
        <p:txBody>
          <a:bodyPr anchor="ctr">
            <a:normAutofit/>
          </a:bodyPr>
          <a:lstStyle/>
          <a:p>
            <a:r>
              <a:rPr lang="vi-VN" sz="54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Bước</a:t>
            </a:r>
            <a:r>
              <a:rPr lang="vi-VN" sz="54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1:</a:t>
            </a:r>
            <a:endParaRPr lang="en-US" sz="5400" dirty="0"/>
          </a:p>
        </p:txBody>
      </p:sp>
      <p:sp>
        <p:nvSpPr>
          <p:cNvPr id="18"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hỗ dành sẵn cho Nội dung 2">
            <a:extLst>
              <a:ext uri="{FF2B5EF4-FFF2-40B4-BE49-F238E27FC236}">
                <a16:creationId xmlns:a16="http://schemas.microsoft.com/office/drawing/2014/main" id="{9B585A96-E42C-15D0-D8EB-DDC89D646C10}"/>
              </a:ext>
            </a:extLst>
          </p:cNvPr>
          <p:cNvSpPr>
            <a:spLocks noGrp="1"/>
          </p:cNvSpPr>
          <p:nvPr>
            <p:ph idx="1"/>
          </p:nvPr>
        </p:nvSpPr>
        <p:spPr>
          <a:xfrm>
            <a:off x="640080" y="2706624"/>
            <a:ext cx="6894576" cy="3483864"/>
          </a:xfrm>
        </p:spPr>
        <p:txBody>
          <a:bodyPr>
            <a:normAutofit/>
          </a:bodyPr>
          <a:lstStyle/>
          <a:p>
            <a:pPr marL="0" marR="0" indent="0">
              <a:spcBef>
                <a:spcPts val="0"/>
              </a:spcBef>
              <a:spcAft>
                <a:spcPts val="800"/>
              </a:spcAft>
              <a:buNone/>
              <a:tabLst>
                <a:tab pos="4105275" algn="l"/>
              </a:tabLst>
            </a:pPr>
            <a:r>
              <a:rPr lang="vi-VN" sz="2200" dirty="0" err="1">
                <a:solidFill>
                  <a:schemeClr val="bg1"/>
                </a:solidFill>
                <a:effectLst/>
                <a:latin typeface="+mj-lt"/>
                <a:ea typeface="Calibri" panose="020F0502020204030204" pitchFamily="34" charset="0"/>
                <a:cs typeface="Times New Roman" panose="02020603050405020304" pitchFamily="18" charset="0"/>
              </a:rPr>
              <a:t>Tạo</a:t>
            </a:r>
            <a:r>
              <a:rPr lang="vi-VN" sz="2200" dirty="0">
                <a:solidFill>
                  <a:schemeClr val="bg1"/>
                </a:solidFill>
                <a:effectLst/>
                <a:latin typeface="+mj-lt"/>
                <a:ea typeface="Calibri" panose="020F0502020204030204" pitchFamily="34" charset="0"/>
                <a:cs typeface="Times New Roman" panose="02020603050405020304" pitchFamily="18" charset="0"/>
              </a:rPr>
              <a:t> 1 </a:t>
            </a:r>
            <a:r>
              <a:rPr lang="vi-VN" sz="2200" dirty="0" err="1">
                <a:solidFill>
                  <a:schemeClr val="bg1"/>
                </a:solidFill>
                <a:effectLst/>
                <a:latin typeface="+mj-lt"/>
                <a:ea typeface="Calibri" panose="020F0502020204030204" pitchFamily="34" charset="0"/>
                <a:cs typeface="Times New Roman" panose="02020603050405020304" pitchFamily="18" charset="0"/>
              </a:rPr>
              <a:t>folder</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vi-VN" sz="2200" dirty="0">
                <a:solidFill>
                  <a:schemeClr val="bg1"/>
                </a:solidFill>
                <a:effectLst/>
                <a:latin typeface="+mj-lt"/>
                <a:ea typeface="Calibri" panose="020F0502020204030204" pitchFamily="34" charset="0"/>
                <a:cs typeface="Times New Roman" panose="02020603050405020304" pitchFamily="18" charset="0"/>
              </a:rPr>
              <a:t>D:\ReplData </a:t>
            </a:r>
            <a:r>
              <a:rPr lang="vi-VN" sz="2200" dirty="0" err="1">
                <a:solidFill>
                  <a:schemeClr val="bg1"/>
                </a:solidFill>
                <a:effectLst/>
                <a:latin typeface="+mj-lt"/>
                <a:ea typeface="Calibri" panose="020F0502020204030204" pitchFamily="34" charset="0"/>
                <a:cs typeface="Times New Roman" panose="02020603050405020304" pitchFamily="18" charset="0"/>
              </a:rPr>
              <a:t>để</a:t>
            </a:r>
            <a:r>
              <a:rPr lang="vi-VN" sz="2200" dirty="0">
                <a:solidFill>
                  <a:schemeClr val="bg1"/>
                </a:solidFill>
                <a:effectLst/>
                <a:latin typeface="+mj-lt"/>
                <a:ea typeface="Calibri" panose="020F0502020204030204" pitchFamily="34" charset="0"/>
                <a:cs typeface="Times New Roman" panose="02020603050405020304" pitchFamily="18" charset="0"/>
              </a:rPr>
              <a:t> </a:t>
            </a:r>
            <a:r>
              <a:rPr lang="vi-VN" sz="2200" dirty="0" err="1">
                <a:solidFill>
                  <a:schemeClr val="bg1"/>
                </a:solidFill>
                <a:effectLst/>
                <a:latin typeface="+mj-lt"/>
                <a:ea typeface="Calibri" panose="020F0502020204030204" pitchFamily="34" charset="0"/>
                <a:cs typeface="Times New Roman" panose="02020603050405020304" pitchFamily="18" charset="0"/>
              </a:rPr>
              <a:t>chứa</a:t>
            </a:r>
            <a:r>
              <a:rPr lang="vi-VN" sz="2200" dirty="0">
                <a:solidFill>
                  <a:schemeClr val="bg1"/>
                </a:solidFill>
                <a:effectLst/>
                <a:latin typeface="+mj-lt"/>
                <a:ea typeface="Calibri" panose="020F0502020204030204" pitchFamily="34" charset="0"/>
                <a:cs typeface="Times New Roman" panose="02020603050405020304" pitchFamily="18" charset="0"/>
              </a:rPr>
              <a:t> </a:t>
            </a:r>
            <a:r>
              <a:rPr lang="vi-VN" sz="2200" dirty="0" err="1">
                <a:solidFill>
                  <a:schemeClr val="bg1"/>
                </a:solidFill>
                <a:effectLst/>
                <a:latin typeface="+mj-lt"/>
                <a:ea typeface="Calibri" panose="020F0502020204030204" pitchFamily="34" charset="0"/>
                <a:cs typeface="Times New Roman" panose="02020603050405020304" pitchFamily="18" charset="0"/>
              </a:rPr>
              <a:t>các</a:t>
            </a:r>
            <a:r>
              <a:rPr lang="vi-VN" sz="2200" dirty="0">
                <a:solidFill>
                  <a:schemeClr val="bg1"/>
                </a:solidFill>
                <a:effectLst/>
                <a:latin typeface="+mj-lt"/>
                <a:ea typeface="Calibri" panose="020F0502020204030204" pitchFamily="34" charset="0"/>
                <a:cs typeface="Times New Roman" panose="02020603050405020304" pitchFamily="18" charset="0"/>
              </a:rPr>
              <a:t> </a:t>
            </a:r>
            <a:r>
              <a:rPr lang="vi-VN" sz="2200" dirty="0" err="1">
                <a:solidFill>
                  <a:schemeClr val="bg1"/>
                </a:solidFill>
                <a:effectLst/>
                <a:latin typeface="+mj-lt"/>
                <a:ea typeface="Calibri" panose="020F0502020204030204" pitchFamily="34" charset="0"/>
                <a:cs typeface="Times New Roman" panose="02020603050405020304" pitchFamily="18" charset="0"/>
              </a:rPr>
              <a:t>dữ</a:t>
            </a:r>
            <a:r>
              <a:rPr lang="vi-VN" sz="2200" dirty="0">
                <a:solidFill>
                  <a:schemeClr val="bg1"/>
                </a:solidFill>
                <a:effectLst/>
                <a:latin typeface="+mj-lt"/>
                <a:ea typeface="Calibri" panose="020F0502020204030204" pitchFamily="34" charset="0"/>
                <a:cs typeface="Times New Roman" panose="02020603050405020304" pitchFamily="18" charset="0"/>
              </a:rPr>
              <a:t> </a:t>
            </a:r>
            <a:r>
              <a:rPr lang="vi-VN" sz="2200" dirty="0" err="1">
                <a:solidFill>
                  <a:schemeClr val="bg1"/>
                </a:solidFill>
                <a:effectLst/>
                <a:latin typeface="+mj-lt"/>
                <a:ea typeface="Calibri" panose="020F0502020204030204" pitchFamily="34" charset="0"/>
                <a:cs typeface="Times New Roman" panose="02020603050405020304" pitchFamily="18" charset="0"/>
              </a:rPr>
              <a:t>liệu</a:t>
            </a:r>
            <a:r>
              <a:rPr lang="vi-VN" sz="2200" dirty="0">
                <a:solidFill>
                  <a:schemeClr val="bg1"/>
                </a:solidFill>
                <a:effectLst/>
                <a:latin typeface="+mj-lt"/>
                <a:ea typeface="Calibri" panose="020F0502020204030204" pitchFamily="34" charset="0"/>
                <a:cs typeface="Times New Roman" panose="02020603050405020304" pitchFamily="18" charset="0"/>
              </a:rPr>
              <a:t> trao </a:t>
            </a:r>
            <a:r>
              <a:rPr lang="vi-VN" sz="2200" dirty="0" err="1">
                <a:solidFill>
                  <a:schemeClr val="bg1"/>
                </a:solidFill>
                <a:effectLst/>
                <a:latin typeface="+mj-lt"/>
                <a:ea typeface="Calibri" panose="020F0502020204030204" pitchFamily="34" charset="0"/>
                <a:cs typeface="Times New Roman" panose="02020603050405020304" pitchFamily="18" charset="0"/>
              </a:rPr>
              <a:t>đổi</a:t>
            </a:r>
            <a:r>
              <a:rPr lang="vi-VN" sz="2200" dirty="0">
                <a:solidFill>
                  <a:schemeClr val="bg1"/>
                </a:solidFill>
                <a:effectLst/>
                <a:latin typeface="+mj-lt"/>
                <a:ea typeface="Calibri" panose="020F0502020204030204" pitchFamily="34" charset="0"/>
                <a:cs typeface="Times New Roman" panose="02020603050405020304" pitchFamily="18" charset="0"/>
              </a:rPr>
              <a:t> trong </a:t>
            </a:r>
            <a:r>
              <a:rPr lang="vi-VN" sz="2200" dirty="0" err="1">
                <a:solidFill>
                  <a:schemeClr val="bg1"/>
                </a:solidFill>
                <a:effectLst/>
                <a:latin typeface="+mj-lt"/>
                <a:ea typeface="Calibri" panose="020F0502020204030204" pitchFamily="34" charset="0"/>
                <a:cs typeface="Times New Roman" panose="02020603050405020304" pitchFamily="18" charset="0"/>
              </a:rPr>
              <a:t>quá</a:t>
            </a:r>
            <a:r>
              <a:rPr lang="vi-VN" sz="2200" dirty="0">
                <a:solidFill>
                  <a:schemeClr val="bg1"/>
                </a:solidFill>
                <a:effectLst/>
                <a:latin typeface="+mj-lt"/>
                <a:ea typeface="Calibri" panose="020F0502020204030204" pitchFamily="34" charset="0"/>
                <a:cs typeface="Times New Roman" panose="02020603050405020304" pitchFamily="18" charset="0"/>
              </a:rPr>
              <a:t> </a:t>
            </a:r>
            <a:r>
              <a:rPr lang="vi-VN" sz="2200" dirty="0" err="1">
                <a:solidFill>
                  <a:schemeClr val="bg1"/>
                </a:solidFill>
                <a:effectLst/>
                <a:latin typeface="+mj-lt"/>
                <a:ea typeface="Calibri" panose="020F0502020204030204" pitchFamily="34" charset="0"/>
                <a:cs typeface="Times New Roman" panose="02020603050405020304" pitchFamily="18" charset="0"/>
              </a:rPr>
              <a:t>trình</a:t>
            </a:r>
            <a:r>
              <a:rPr lang="en-US" sz="2200" dirty="0">
                <a:solidFill>
                  <a:schemeClr val="bg1"/>
                </a:solidFill>
                <a:latin typeface="+mj-lt"/>
                <a:ea typeface="Calibri" panose="020F0502020204030204" pitchFamily="34" charset="0"/>
                <a:cs typeface="Times New Roman" panose="02020603050405020304" pitchFamily="18" charset="0"/>
              </a:rPr>
              <a:t> </a:t>
            </a:r>
            <a:r>
              <a:rPr lang="en-US" sz="2200" dirty="0">
                <a:solidFill>
                  <a:schemeClr val="bg1"/>
                </a:solidFill>
                <a:effectLst/>
                <a:latin typeface="+mj-lt"/>
                <a:ea typeface="Calibri" panose="020F0502020204030204" pitchFamily="34" charset="0"/>
                <a:cs typeface="Times New Roman" panose="02020603050405020304" pitchFamily="18" charset="0"/>
              </a:rPr>
              <a:t>update </a:t>
            </a:r>
            <a:r>
              <a:rPr lang="en-US" sz="2200" dirty="0" err="1">
                <a:solidFill>
                  <a:schemeClr val="bg1"/>
                </a:solidFill>
                <a:effectLst/>
                <a:latin typeface="+mj-lt"/>
                <a:ea typeface="Calibri" panose="020F0502020204030204" pitchFamily="34" charset="0"/>
                <a:cs typeface="Times New Roman" panose="02020603050405020304" pitchFamily="18" charset="0"/>
              </a:rPr>
              <a:t>dữ</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liệu</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từ</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các</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phân</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mảnh</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về</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cơ</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sở</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dữ</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liệu</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gốc,và</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từ</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cơ</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sở</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dữ</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liệu</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gốc</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đến</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các</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phân</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mảnh</a:t>
            </a:r>
            <a:r>
              <a:rPr lang="en-US" sz="2200" dirty="0">
                <a:solidFill>
                  <a:schemeClr val="bg1"/>
                </a:solidFill>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Tiến</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hành</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cho</a:t>
            </a:r>
            <a:r>
              <a:rPr lang="en-US" sz="2200" dirty="0">
                <a:solidFill>
                  <a:schemeClr val="bg1"/>
                </a:solidFill>
                <a:effectLst/>
                <a:latin typeface="+mj-lt"/>
                <a:ea typeface="Calibri" panose="020F0502020204030204" pitchFamily="34" charset="0"/>
                <a:cs typeface="Times New Roman" panose="02020603050405020304" pitchFamily="18" charset="0"/>
              </a:rPr>
              <a:t> folder </a:t>
            </a:r>
            <a:r>
              <a:rPr lang="en-US" sz="2200" dirty="0" err="1">
                <a:solidFill>
                  <a:schemeClr val="bg1"/>
                </a:solidFill>
                <a:effectLst/>
                <a:latin typeface="+mj-lt"/>
                <a:ea typeface="Calibri" panose="020F0502020204030204" pitchFamily="34" charset="0"/>
                <a:cs typeface="Times New Roman" panose="02020603050405020304" pitchFamily="18" charset="0"/>
              </a:rPr>
              <a:t>này</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là</a:t>
            </a:r>
            <a:r>
              <a:rPr lang="en-US" sz="2200" dirty="0">
                <a:solidFill>
                  <a:schemeClr val="bg1"/>
                </a:solidFill>
                <a:effectLst/>
                <a:latin typeface="+mj-lt"/>
                <a:ea typeface="Calibri" panose="020F0502020204030204" pitchFamily="34" charset="0"/>
                <a:cs typeface="Times New Roman" panose="02020603050405020304" pitchFamily="18" charset="0"/>
              </a:rPr>
              <a:t> 1 snapshot folder: </a:t>
            </a:r>
            <a:r>
              <a:rPr lang="en-US" sz="2200" dirty="0" err="1">
                <a:solidFill>
                  <a:schemeClr val="bg1"/>
                </a:solidFill>
                <a:effectLst/>
                <a:latin typeface="+mj-lt"/>
                <a:ea typeface="Calibri" panose="020F0502020204030204" pitchFamily="34" charset="0"/>
                <a:cs typeface="Times New Roman" panose="02020603050405020304" pitchFamily="18" charset="0"/>
              </a:rPr>
              <a:t>thực</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chất</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là</a:t>
            </a:r>
            <a:r>
              <a:rPr lang="en-US" sz="2200" dirty="0">
                <a:solidFill>
                  <a:schemeClr val="bg1"/>
                </a:solidFill>
                <a:effectLst/>
                <a:latin typeface="+mj-lt"/>
                <a:ea typeface="Calibri" panose="020F0502020204030204" pitchFamily="34" charset="0"/>
                <a:cs typeface="Times New Roman" panose="02020603050405020304" pitchFamily="18" charset="0"/>
              </a:rPr>
              <a:t> 1 shared folder</a:t>
            </a:r>
            <a:r>
              <a:rPr lang="en-US" sz="2200" dirty="0">
                <a:solidFill>
                  <a:schemeClr val="bg1"/>
                </a:solidFill>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trong</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Windows,cho</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phép</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các</a:t>
            </a:r>
            <a:r>
              <a:rPr lang="en-US" sz="2200" dirty="0">
                <a:solidFill>
                  <a:schemeClr val="bg1"/>
                </a:solidFill>
                <a:effectLst/>
                <a:latin typeface="+mj-lt"/>
                <a:ea typeface="Calibri" panose="020F0502020204030204" pitchFamily="34" charset="0"/>
                <a:cs typeface="Times New Roman" panose="02020603050405020304" pitchFamily="18" charset="0"/>
              </a:rPr>
              <a:t> users </a:t>
            </a:r>
            <a:r>
              <a:rPr lang="en-US" sz="2200" dirty="0" err="1">
                <a:solidFill>
                  <a:schemeClr val="bg1"/>
                </a:solidFill>
                <a:effectLst/>
                <a:latin typeface="+mj-lt"/>
                <a:ea typeface="Calibri" panose="020F0502020204030204" pitchFamily="34" charset="0"/>
                <a:cs typeface="Times New Roman" panose="02020603050405020304" pitchFamily="18" charset="0"/>
              </a:rPr>
              <a:t>được</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quyền</a:t>
            </a:r>
            <a:r>
              <a:rPr lang="en-US" sz="2200" dirty="0">
                <a:solidFill>
                  <a:schemeClr val="bg1"/>
                </a:solidFill>
                <a:effectLst/>
                <a:latin typeface="+mj-lt"/>
                <a:ea typeface="Calibri" panose="020F0502020204030204" pitchFamily="34" charset="0"/>
                <a:cs typeface="Times New Roman" panose="02020603050405020304" pitchFamily="18" charset="0"/>
              </a:rPr>
              <a:t> read/write(</a:t>
            </a:r>
            <a:r>
              <a:rPr lang="en-US" sz="2200" dirty="0" err="1">
                <a:solidFill>
                  <a:schemeClr val="bg1"/>
                </a:solidFill>
                <a:effectLst/>
                <a:latin typeface="+mj-lt"/>
                <a:ea typeface="Calibri" panose="020F0502020204030204" pitchFamily="34" charset="0"/>
                <a:cs typeface="Times New Roman" panose="02020603050405020304" pitchFamily="18" charset="0"/>
              </a:rPr>
              <a:t>giả</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sử</a:t>
            </a:r>
            <a:r>
              <a:rPr lang="en-US" sz="2200" dirty="0">
                <a:solidFill>
                  <a:schemeClr val="bg1"/>
                </a:solidFill>
                <a:effectLst/>
                <a:latin typeface="+mj-lt"/>
                <a:ea typeface="Calibri" panose="020F0502020204030204" pitchFamily="34" charset="0"/>
                <a:cs typeface="Times New Roman" panose="02020603050405020304" pitchFamily="18" charset="0"/>
              </a:rPr>
              <a:t> shared folder</a:t>
            </a:r>
            <a:r>
              <a:rPr lang="en-US" sz="2200" dirty="0">
                <a:solidFill>
                  <a:schemeClr val="bg1"/>
                </a:solidFill>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có</a:t>
            </a:r>
            <a:r>
              <a:rPr lang="en-US" sz="2200" dirty="0">
                <a:solidFill>
                  <a:schemeClr val="bg1"/>
                </a:solidFill>
                <a:effectLst/>
                <a:latin typeface="+mj-lt"/>
                <a:ea typeface="Calibri" panose="020F0502020204030204" pitchFamily="34" charset="0"/>
                <a:cs typeface="Times New Roman" panose="02020603050405020304" pitchFamily="18" charset="0"/>
              </a:rPr>
              <a:t> </a:t>
            </a:r>
            <a:r>
              <a:rPr lang="en-US" sz="2200" dirty="0" err="1">
                <a:solidFill>
                  <a:schemeClr val="bg1"/>
                </a:solidFill>
                <a:effectLst/>
                <a:latin typeface="+mj-lt"/>
                <a:ea typeface="Calibri" panose="020F0502020204030204" pitchFamily="34" charset="0"/>
                <a:cs typeface="Times New Roman" panose="02020603050405020304" pitchFamily="18" charset="0"/>
              </a:rPr>
              <a:t>tên</a:t>
            </a:r>
            <a:r>
              <a:rPr lang="en-US" sz="2200" dirty="0">
                <a:solidFill>
                  <a:schemeClr val="bg1"/>
                </a:solidFill>
                <a:effectLst/>
                <a:latin typeface="+mj-lt"/>
                <a:ea typeface="Calibri" panose="020F0502020204030204" pitchFamily="34" charset="0"/>
                <a:cs typeface="Times New Roman" panose="02020603050405020304" pitchFamily="18" charset="0"/>
              </a:rPr>
              <a:t> \\ ASUS\REPLDATA)</a:t>
            </a:r>
            <a:r>
              <a:rPr lang="en-US" sz="2200" dirty="0">
                <a:solidFill>
                  <a:schemeClr val="bg1"/>
                </a:solidFill>
                <a:latin typeface="+mj-lt"/>
                <a:ea typeface="Calibri" panose="020F0502020204030204" pitchFamily="34" charset="0"/>
                <a:cs typeface="Times New Roman" panose="02020603050405020304" pitchFamily="18" charset="0"/>
              </a:rPr>
              <a:t> </a:t>
            </a:r>
            <a:r>
              <a:rPr lang="en-US" sz="2200" dirty="0">
                <a:solidFill>
                  <a:schemeClr val="bg1"/>
                </a:solidFill>
                <a:effectLst/>
                <a:latin typeface="+mj-lt"/>
                <a:ea typeface="Calibri" panose="020F0502020204030204" pitchFamily="34" charset="0"/>
                <a:cs typeface="Times New Roman" panose="02020603050405020304" pitchFamily="18" charset="0"/>
              </a:rPr>
              <a:t>Right click </a:t>
            </a:r>
            <a:r>
              <a:rPr lang="en-US" sz="2200" dirty="0" err="1">
                <a:solidFill>
                  <a:schemeClr val="bg1"/>
                </a:solidFill>
                <a:effectLst/>
                <a:latin typeface="+mj-lt"/>
                <a:ea typeface="Calibri" panose="020F0502020204030204" pitchFamily="34" charset="0"/>
                <a:cs typeface="Times New Roman" panose="02020603050405020304" pitchFamily="18" charset="0"/>
              </a:rPr>
              <a:t>trên</a:t>
            </a:r>
            <a:r>
              <a:rPr lang="en-US" sz="2200" dirty="0">
                <a:solidFill>
                  <a:schemeClr val="bg1"/>
                </a:solidFill>
                <a:effectLst/>
                <a:latin typeface="+mj-lt"/>
                <a:ea typeface="Calibri" panose="020F0502020204030204" pitchFamily="34" charset="0"/>
                <a:cs typeface="Times New Roman" panose="02020603050405020304" pitchFamily="18" charset="0"/>
              </a:rPr>
              <a:t> folder REPLDATA, </a:t>
            </a:r>
            <a:r>
              <a:rPr lang="en-US" sz="2200" dirty="0" err="1">
                <a:solidFill>
                  <a:schemeClr val="bg1"/>
                </a:solidFill>
                <a:effectLst/>
                <a:latin typeface="+mj-lt"/>
                <a:ea typeface="Calibri" panose="020F0502020204030204" pitchFamily="34" charset="0"/>
                <a:cs typeface="Times New Roman" panose="02020603050405020304" pitchFamily="18" charset="0"/>
              </a:rPr>
              <a:t>chọn</a:t>
            </a:r>
            <a:r>
              <a:rPr lang="en-US" sz="2200" dirty="0">
                <a:solidFill>
                  <a:schemeClr val="bg1"/>
                </a:solidFill>
                <a:effectLst/>
                <a:latin typeface="+mj-lt"/>
                <a:ea typeface="Calibri" panose="020F0502020204030204" pitchFamily="34" charset="0"/>
                <a:cs typeface="Times New Roman" panose="02020603050405020304" pitchFamily="18" charset="0"/>
              </a:rPr>
              <a:t> Properties, </a:t>
            </a:r>
            <a:r>
              <a:rPr lang="en-US" sz="2200" dirty="0" err="1">
                <a:solidFill>
                  <a:schemeClr val="bg1"/>
                </a:solidFill>
                <a:effectLst/>
                <a:latin typeface="+mj-lt"/>
                <a:ea typeface="Calibri" panose="020F0502020204030204" pitchFamily="34" charset="0"/>
                <a:cs typeface="Times New Roman" panose="02020603050405020304" pitchFamily="18" charset="0"/>
              </a:rPr>
              <a:t>chọn</a:t>
            </a:r>
            <a:r>
              <a:rPr lang="en-US" sz="2200" dirty="0">
                <a:solidFill>
                  <a:schemeClr val="bg1"/>
                </a:solidFill>
                <a:effectLst/>
                <a:latin typeface="+mj-lt"/>
                <a:ea typeface="Calibri" panose="020F0502020204030204" pitchFamily="34" charset="0"/>
                <a:cs typeface="Times New Roman" panose="02020603050405020304" pitchFamily="18" charset="0"/>
              </a:rPr>
              <a:t> tab Sharing-&gt;Share…</a:t>
            </a:r>
            <a:endParaRPr lang="en-US" sz="2200" dirty="0">
              <a:solidFill>
                <a:schemeClr val="bg1"/>
              </a:solidFill>
            </a:endParaRPr>
          </a:p>
        </p:txBody>
      </p:sp>
      <p:pic>
        <p:nvPicPr>
          <p:cNvPr id="4" name="Picture 1177" descr="Ảnh có chứa văn bản&#10;&#10;Mô tả được tạo tự động">
            <a:extLst>
              <a:ext uri="{FF2B5EF4-FFF2-40B4-BE49-F238E27FC236}">
                <a16:creationId xmlns:a16="http://schemas.microsoft.com/office/drawing/2014/main" id="{4562603D-11C8-43C1-80B1-B3AC5CDADC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8476981" y="329183"/>
            <a:ext cx="2787934" cy="3429969"/>
          </a:xfrm>
          <a:prstGeom prst="rect">
            <a:avLst/>
          </a:prstGeom>
          <a:noFill/>
        </p:spPr>
      </p:pic>
      <p:pic>
        <p:nvPicPr>
          <p:cNvPr id="7" name="Picture 1178" descr="Ảnh có chứa văn bản&#10;&#10;Mô tả được tạo tự động">
            <a:extLst>
              <a:ext uri="{FF2B5EF4-FFF2-40B4-BE49-F238E27FC236}">
                <a16:creationId xmlns:a16="http://schemas.microsoft.com/office/drawing/2014/main" id="{4910E1F9-AD3B-072C-2E2A-B4F76E485A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8480044" y="4079193"/>
            <a:ext cx="2763519" cy="2176272"/>
          </a:xfrm>
          <a:prstGeom prst="rect">
            <a:avLst/>
          </a:prstGeom>
          <a:noFill/>
        </p:spPr>
      </p:pic>
    </p:spTree>
    <p:extLst>
      <p:ext uri="{BB962C8B-B14F-4D97-AF65-F5344CB8AC3E}">
        <p14:creationId xmlns:p14="http://schemas.microsoft.com/office/powerpoint/2010/main" val="25898927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E1D69F31-27C6-AA42-424F-860A8ED63414}"/>
              </a:ext>
            </a:extLst>
          </p:cNvPr>
          <p:cNvSpPr>
            <a:spLocks noGrp="1"/>
          </p:cNvSpPr>
          <p:nvPr>
            <p:ph type="title"/>
          </p:nvPr>
        </p:nvSpPr>
        <p:spPr>
          <a:xfrm>
            <a:off x="630936" y="639520"/>
            <a:ext cx="3429000" cy="1719072"/>
          </a:xfrm>
        </p:spPr>
        <p:txBody>
          <a:bodyPr anchor="b">
            <a:normAutofit/>
          </a:bodyPr>
          <a:lstStyle/>
          <a:p>
            <a:r>
              <a:rPr lang="vi-VN"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Bước 1:</a:t>
            </a:r>
            <a:endParaRPr lang="en-US" sz="5400" dirty="0">
              <a:solidFill>
                <a:schemeClr val="bg1">
                  <a:lumMod val="95000"/>
                </a:schemeClr>
              </a:solidFill>
            </a:endParaRPr>
          </a:p>
        </p:txBody>
      </p:sp>
      <p:sp>
        <p:nvSpPr>
          <p:cNvPr id="11"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hỗ dành sẵn cho Nội dung 2">
            <a:extLst>
              <a:ext uri="{FF2B5EF4-FFF2-40B4-BE49-F238E27FC236}">
                <a16:creationId xmlns:a16="http://schemas.microsoft.com/office/drawing/2014/main" id="{7A226E85-F541-4B21-D295-810D5E84DCD9}"/>
              </a:ext>
            </a:extLst>
          </p:cNvPr>
          <p:cNvSpPr>
            <a:spLocks noGrp="1"/>
          </p:cNvSpPr>
          <p:nvPr>
            <p:ph idx="1"/>
          </p:nvPr>
        </p:nvSpPr>
        <p:spPr>
          <a:xfrm>
            <a:off x="630936" y="2807208"/>
            <a:ext cx="3429000" cy="3410712"/>
          </a:xfrm>
        </p:spPr>
        <p:txBody>
          <a:bodyPr anchor="t">
            <a:normAutofit lnSpcReduction="10000"/>
          </a:bodyPr>
          <a:lstStyle/>
          <a:p>
            <a:pPr marL="0" indent="0">
              <a:spcBef>
                <a:spcPts val="0"/>
              </a:spcBef>
              <a:spcAft>
                <a:spcPts val="800"/>
              </a:spcAft>
              <a:buNone/>
              <a:tabLst>
                <a:tab pos="4105275" algn="l"/>
              </a:tabLst>
            </a:pP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Để</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định</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cấu</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hình</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phân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phối</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Distribution</a:t>
            </a:r>
            <a:r>
              <a:rPr lang="vi-VN" sz="18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spcBef>
                <a:spcPts val="0"/>
              </a:spcBef>
              <a:spcAft>
                <a:spcPts val="800"/>
              </a:spcAft>
              <a:buNone/>
              <a:tabLst>
                <a:tab pos="4105275" algn="l"/>
              </a:tabLst>
            </a:pP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1. Trong Microsoft SQL Server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Management</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Studio</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hãy</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kết</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nốiđến</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máy</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chủ</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sẽ</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là</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Nhà</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phân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phối</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(trong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nhiều</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trường</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hợp</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900" dirty="0">
                <a:solidFill>
                  <a:schemeClr val="bg1">
                    <a:lumMod val="95000"/>
                  </a:schemeClr>
                </a:solidFill>
                <a:latin typeface="Calibri" panose="020F0502020204030204" pitchFamily="34"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Nhà</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xuất</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bản</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và</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Nhà</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phân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phối</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là</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cùng</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một</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máy</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chủ</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và</a:t>
            </a:r>
            <a:r>
              <a:rPr lang="en-US" sz="1900" dirty="0">
                <a:solidFill>
                  <a:schemeClr val="bg1">
                    <a:lumMod val="95000"/>
                  </a:schemeClr>
                </a:solidFill>
                <a:latin typeface="Calibri" panose="020F0502020204030204" pitchFamily="34" charset="0"/>
                <a:ea typeface="Calibri" panose="020F0502020204030204" pitchFamily="34" charset="0"/>
                <a:cs typeface="Times New Roman" panose="02020603050405020304" pitchFamily="18" charset="0"/>
              </a:rPr>
              <a:t> </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sau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đó</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mở</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rộng</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nút</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máy</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chủ</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9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800"/>
              </a:spcAft>
              <a:buNone/>
              <a:tabLst>
                <a:tab pos="4105275" algn="l"/>
              </a:tabLst>
            </a:pP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2.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Bấm</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chuột</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phải</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vào</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thư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mục</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Replication</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rồi</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click</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Configure</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Distribution</a:t>
            </a:r>
            <a:r>
              <a:rPr lang="vi-VN" sz="19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9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1900" dirty="0"/>
          </a:p>
        </p:txBody>
      </p:sp>
      <p:pic>
        <p:nvPicPr>
          <p:cNvPr id="4" name="Picture 1180">
            <a:extLst>
              <a:ext uri="{FF2B5EF4-FFF2-40B4-BE49-F238E27FC236}">
                <a16:creationId xmlns:a16="http://schemas.microsoft.com/office/drawing/2014/main" id="{D828C7B8-8F0F-F49A-CF91-776D772F13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5024476" y="640080"/>
            <a:ext cx="6163359" cy="5577840"/>
          </a:xfrm>
          <a:prstGeom prst="rect">
            <a:avLst/>
          </a:prstGeom>
          <a:noFill/>
        </p:spPr>
      </p:pic>
    </p:spTree>
    <p:extLst>
      <p:ext uri="{BB962C8B-B14F-4D97-AF65-F5344CB8AC3E}">
        <p14:creationId xmlns:p14="http://schemas.microsoft.com/office/powerpoint/2010/main" val="9428986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E1D69F31-27C6-AA42-424F-860A8ED63414}"/>
              </a:ext>
            </a:extLst>
          </p:cNvPr>
          <p:cNvSpPr>
            <a:spLocks noGrp="1"/>
          </p:cNvSpPr>
          <p:nvPr>
            <p:ph type="title"/>
          </p:nvPr>
        </p:nvSpPr>
        <p:spPr>
          <a:xfrm>
            <a:off x="630936" y="639520"/>
            <a:ext cx="3429000" cy="1719072"/>
          </a:xfrm>
        </p:spPr>
        <p:txBody>
          <a:bodyPr anchor="b">
            <a:normAutofit/>
          </a:bodyPr>
          <a:lstStyle/>
          <a:p>
            <a:r>
              <a:rPr lang="vi-VN"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Bước </a:t>
            </a:r>
            <a:r>
              <a:rPr lang="en-US"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2</a:t>
            </a:r>
            <a:r>
              <a:rPr lang="vi-VN"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5400" dirty="0">
              <a:solidFill>
                <a:schemeClr val="bg1">
                  <a:lumMod val="95000"/>
                </a:schemeClr>
              </a:solidFill>
            </a:endParaRPr>
          </a:p>
        </p:txBody>
      </p:sp>
      <p:sp>
        <p:nvSpPr>
          <p:cNvPr id="18"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hỗ dành sẵn cho Nội dung 2">
            <a:extLst>
              <a:ext uri="{FF2B5EF4-FFF2-40B4-BE49-F238E27FC236}">
                <a16:creationId xmlns:a16="http://schemas.microsoft.com/office/drawing/2014/main" id="{7A226E85-F541-4B21-D295-810D5E84DCD9}"/>
              </a:ext>
            </a:extLst>
          </p:cNvPr>
          <p:cNvSpPr>
            <a:spLocks noGrp="1"/>
          </p:cNvSpPr>
          <p:nvPr>
            <p:ph idx="1"/>
          </p:nvPr>
        </p:nvSpPr>
        <p:spPr>
          <a:xfrm>
            <a:off x="630936" y="2807208"/>
            <a:ext cx="3429000" cy="3410712"/>
          </a:xfrm>
        </p:spPr>
        <p:txBody>
          <a:bodyPr anchor="t">
            <a:normAutofit/>
          </a:bodyPr>
          <a:lstStyle/>
          <a:p>
            <a:pPr marL="0" marR="0" indent="0">
              <a:spcBef>
                <a:spcPts val="0"/>
              </a:spcBef>
              <a:spcAft>
                <a:spcPts val="800"/>
              </a:spcAft>
              <a:buNone/>
              <a:tabLst>
                <a:tab pos="4105275" algn="l"/>
              </a:tabLst>
            </a:pP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Tạo</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Publications</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800"/>
              </a:spcAft>
              <a:buNone/>
              <a:tabLst>
                <a:tab pos="4105275" algn="l"/>
              </a:tabLst>
            </a:pP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Chứa</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lược</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đồ</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phân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mảnh</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800"/>
              </a:spcAft>
              <a:buNone/>
              <a:tabLst>
                <a:tab pos="4105275" algn="l"/>
              </a:tabLst>
            </a:pP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Thể</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hiện</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mối</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quan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hệ</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dữ</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liệu</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giữa</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table</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khi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chúng</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ta phân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tán</a:t>
            </a:r>
            <a:endParaRPr lang="en-US" sz="20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800"/>
              </a:spcAft>
              <a:buNone/>
              <a:tabLst>
                <a:tab pos="4105275" algn="l"/>
              </a:tabLst>
            </a:pP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bước</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tạo</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Publicatios</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20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800"/>
              </a:spcAft>
              <a:buNone/>
              <a:tabLst>
                <a:tab pos="4105275" algn="l"/>
              </a:tabLst>
            </a:pP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Mở</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rộng</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thư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mục</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Publications</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click</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phải</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vào</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Local</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Publications</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click</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New</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0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Publications</a:t>
            </a:r>
            <a:r>
              <a:rPr lang="vi-VN"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p>
        </p:txBody>
      </p:sp>
      <p:pic>
        <p:nvPicPr>
          <p:cNvPr id="7" name="Picture 1181" descr="Ảnh có chứa bàn&#10;&#10;Mô tả được tạo tự động">
            <a:extLst>
              <a:ext uri="{FF2B5EF4-FFF2-40B4-BE49-F238E27FC236}">
                <a16:creationId xmlns:a16="http://schemas.microsoft.com/office/drawing/2014/main" id="{F03DA726-CF50-B380-689F-ABCCF82877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4987709" y="640080"/>
            <a:ext cx="6236893" cy="5577840"/>
          </a:xfrm>
          <a:prstGeom prst="rect">
            <a:avLst/>
          </a:prstGeom>
          <a:noFill/>
        </p:spPr>
      </p:pic>
    </p:spTree>
    <p:extLst>
      <p:ext uri="{BB962C8B-B14F-4D97-AF65-F5344CB8AC3E}">
        <p14:creationId xmlns:p14="http://schemas.microsoft.com/office/powerpoint/2010/main" val="38043102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94BFCCA4-109C-4B21-816E-144FE75C38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E1D69F31-27C6-AA42-424F-860A8ED63414}"/>
              </a:ext>
            </a:extLst>
          </p:cNvPr>
          <p:cNvSpPr>
            <a:spLocks noGrp="1"/>
          </p:cNvSpPr>
          <p:nvPr>
            <p:ph type="title"/>
          </p:nvPr>
        </p:nvSpPr>
        <p:spPr>
          <a:xfrm>
            <a:off x="630918" y="643465"/>
            <a:ext cx="3895359" cy="1846615"/>
          </a:xfrm>
        </p:spPr>
        <p:txBody>
          <a:bodyPr anchor="b">
            <a:normAutofit/>
          </a:bodyPr>
          <a:lstStyle/>
          <a:p>
            <a:r>
              <a:rPr lang="vi-VN" sz="54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Bước</a:t>
            </a:r>
            <a:r>
              <a:rPr lang="vi-VN" sz="54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54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a:t>
            </a:r>
            <a:r>
              <a:rPr lang="vi-VN" sz="54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5400" dirty="0">
              <a:solidFill>
                <a:schemeClr val="bg1"/>
              </a:solidFill>
            </a:endParaRPr>
          </a:p>
        </p:txBody>
      </p:sp>
      <p:sp>
        <p:nvSpPr>
          <p:cNvPr id="39" name="sketch line">
            <a:extLst>
              <a:ext uri="{FF2B5EF4-FFF2-40B4-BE49-F238E27FC236}">
                <a16:creationId xmlns:a16="http://schemas.microsoft.com/office/drawing/2014/main" id="{0059B5C0-FEC8-4370-AF45-02E3AEF6F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659144"/>
            <a:ext cx="3566160" cy="18288"/>
          </a:xfrm>
          <a:custGeom>
            <a:avLst/>
            <a:gdLst>
              <a:gd name="connsiteX0" fmla="*/ 0 w 3566160"/>
              <a:gd name="connsiteY0" fmla="*/ 0 h 18288"/>
              <a:gd name="connsiteX1" fmla="*/ 665683 w 3566160"/>
              <a:gd name="connsiteY1" fmla="*/ 0 h 18288"/>
              <a:gd name="connsiteX2" fmla="*/ 1331366 w 3566160"/>
              <a:gd name="connsiteY2" fmla="*/ 0 h 18288"/>
              <a:gd name="connsiteX3" fmla="*/ 1818742 w 3566160"/>
              <a:gd name="connsiteY3" fmla="*/ 0 h 18288"/>
              <a:gd name="connsiteX4" fmla="*/ 2413102 w 3566160"/>
              <a:gd name="connsiteY4" fmla="*/ 0 h 18288"/>
              <a:gd name="connsiteX5" fmla="*/ 2936138 w 3566160"/>
              <a:gd name="connsiteY5" fmla="*/ 0 h 18288"/>
              <a:gd name="connsiteX6" fmla="*/ 3566160 w 3566160"/>
              <a:gd name="connsiteY6" fmla="*/ 0 h 18288"/>
              <a:gd name="connsiteX7" fmla="*/ 3566160 w 3566160"/>
              <a:gd name="connsiteY7" fmla="*/ 18288 h 18288"/>
              <a:gd name="connsiteX8" fmla="*/ 2971800 w 3566160"/>
              <a:gd name="connsiteY8" fmla="*/ 18288 h 18288"/>
              <a:gd name="connsiteX9" fmla="*/ 2448763 w 3566160"/>
              <a:gd name="connsiteY9" fmla="*/ 18288 h 18288"/>
              <a:gd name="connsiteX10" fmla="*/ 1854403 w 3566160"/>
              <a:gd name="connsiteY10" fmla="*/ 18288 h 18288"/>
              <a:gd name="connsiteX11" fmla="*/ 1295705 w 3566160"/>
              <a:gd name="connsiteY11" fmla="*/ 18288 h 18288"/>
              <a:gd name="connsiteX12" fmla="*/ 772668 w 3566160"/>
              <a:gd name="connsiteY12" fmla="*/ 18288 h 18288"/>
              <a:gd name="connsiteX13" fmla="*/ 0 w 3566160"/>
              <a:gd name="connsiteY13" fmla="*/ 18288 h 18288"/>
              <a:gd name="connsiteX14" fmla="*/ 0 w 356616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66160" h="18288" fill="none" extrusionOk="0">
                <a:moveTo>
                  <a:pt x="0" y="0"/>
                </a:moveTo>
                <a:cubicBezTo>
                  <a:pt x="222644" y="15773"/>
                  <a:pt x="447078" y="-30288"/>
                  <a:pt x="665683" y="0"/>
                </a:cubicBezTo>
                <a:cubicBezTo>
                  <a:pt x="884288" y="30288"/>
                  <a:pt x="1132425" y="-6167"/>
                  <a:pt x="1331366" y="0"/>
                </a:cubicBezTo>
                <a:cubicBezTo>
                  <a:pt x="1530307" y="6167"/>
                  <a:pt x="1680942" y="17562"/>
                  <a:pt x="1818742" y="0"/>
                </a:cubicBezTo>
                <a:cubicBezTo>
                  <a:pt x="1956542" y="-17562"/>
                  <a:pt x="2130227" y="23032"/>
                  <a:pt x="2413102" y="0"/>
                </a:cubicBezTo>
                <a:cubicBezTo>
                  <a:pt x="2695977" y="-23032"/>
                  <a:pt x="2679988" y="-13260"/>
                  <a:pt x="2936138" y="0"/>
                </a:cubicBezTo>
                <a:cubicBezTo>
                  <a:pt x="3192288" y="13260"/>
                  <a:pt x="3378668" y="16268"/>
                  <a:pt x="3566160" y="0"/>
                </a:cubicBezTo>
                <a:cubicBezTo>
                  <a:pt x="3566199" y="7328"/>
                  <a:pt x="3566779" y="9982"/>
                  <a:pt x="3566160" y="18288"/>
                </a:cubicBezTo>
                <a:cubicBezTo>
                  <a:pt x="3315478" y="45899"/>
                  <a:pt x="3188272" y="-7574"/>
                  <a:pt x="2971800" y="18288"/>
                </a:cubicBezTo>
                <a:cubicBezTo>
                  <a:pt x="2755328" y="44150"/>
                  <a:pt x="2598570" y="34692"/>
                  <a:pt x="2448763" y="18288"/>
                </a:cubicBezTo>
                <a:cubicBezTo>
                  <a:pt x="2298956" y="1884"/>
                  <a:pt x="2011344" y="-7043"/>
                  <a:pt x="1854403" y="18288"/>
                </a:cubicBezTo>
                <a:cubicBezTo>
                  <a:pt x="1697462" y="43619"/>
                  <a:pt x="1444994" y="618"/>
                  <a:pt x="1295705" y="18288"/>
                </a:cubicBezTo>
                <a:cubicBezTo>
                  <a:pt x="1146416" y="35958"/>
                  <a:pt x="965401" y="42167"/>
                  <a:pt x="772668" y="18288"/>
                </a:cubicBezTo>
                <a:cubicBezTo>
                  <a:pt x="579935" y="-5591"/>
                  <a:pt x="352420" y="-19381"/>
                  <a:pt x="0" y="18288"/>
                </a:cubicBezTo>
                <a:cubicBezTo>
                  <a:pt x="-593" y="9736"/>
                  <a:pt x="244" y="6610"/>
                  <a:pt x="0" y="0"/>
                </a:cubicBezTo>
                <a:close/>
              </a:path>
              <a:path w="3566160" h="18288" stroke="0" extrusionOk="0">
                <a:moveTo>
                  <a:pt x="0" y="0"/>
                </a:moveTo>
                <a:cubicBezTo>
                  <a:pt x="169947" y="-5008"/>
                  <a:pt x="340602" y="-17518"/>
                  <a:pt x="594360" y="0"/>
                </a:cubicBezTo>
                <a:cubicBezTo>
                  <a:pt x="848118" y="17518"/>
                  <a:pt x="997921" y="8866"/>
                  <a:pt x="1224382" y="0"/>
                </a:cubicBezTo>
                <a:cubicBezTo>
                  <a:pt x="1450843" y="-8866"/>
                  <a:pt x="1572343" y="8392"/>
                  <a:pt x="1783080" y="0"/>
                </a:cubicBezTo>
                <a:cubicBezTo>
                  <a:pt x="1993817" y="-8392"/>
                  <a:pt x="2266728" y="2126"/>
                  <a:pt x="2448763" y="0"/>
                </a:cubicBezTo>
                <a:cubicBezTo>
                  <a:pt x="2630798" y="-2126"/>
                  <a:pt x="2815508" y="-13843"/>
                  <a:pt x="3043123" y="0"/>
                </a:cubicBezTo>
                <a:cubicBezTo>
                  <a:pt x="3270738" y="13843"/>
                  <a:pt x="3420568" y="2184"/>
                  <a:pt x="3566160" y="0"/>
                </a:cubicBezTo>
                <a:cubicBezTo>
                  <a:pt x="3566487" y="8595"/>
                  <a:pt x="3566088" y="13110"/>
                  <a:pt x="3566160" y="18288"/>
                </a:cubicBezTo>
                <a:cubicBezTo>
                  <a:pt x="3421748" y="9323"/>
                  <a:pt x="3176383" y="-3939"/>
                  <a:pt x="2971800" y="18288"/>
                </a:cubicBezTo>
                <a:cubicBezTo>
                  <a:pt x="2767217" y="40515"/>
                  <a:pt x="2590769" y="4336"/>
                  <a:pt x="2306117" y="18288"/>
                </a:cubicBezTo>
                <a:cubicBezTo>
                  <a:pt x="2021465" y="32240"/>
                  <a:pt x="1860727" y="-9280"/>
                  <a:pt x="1676095" y="18288"/>
                </a:cubicBezTo>
                <a:cubicBezTo>
                  <a:pt x="1491463" y="45856"/>
                  <a:pt x="1329173" y="5765"/>
                  <a:pt x="1153058" y="18288"/>
                </a:cubicBezTo>
                <a:cubicBezTo>
                  <a:pt x="976943" y="30811"/>
                  <a:pt x="895178" y="4751"/>
                  <a:pt x="665683" y="18288"/>
                </a:cubicBezTo>
                <a:cubicBezTo>
                  <a:pt x="436189" y="31825"/>
                  <a:pt x="302924" y="2002"/>
                  <a:pt x="0" y="18288"/>
                </a:cubicBezTo>
                <a:cubicBezTo>
                  <a:pt x="822" y="10564"/>
                  <a:pt x="-23" y="457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448976505">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hỗ dành sẵn cho Nội dung 2">
            <a:extLst>
              <a:ext uri="{FF2B5EF4-FFF2-40B4-BE49-F238E27FC236}">
                <a16:creationId xmlns:a16="http://schemas.microsoft.com/office/drawing/2014/main" id="{7A226E85-F541-4B21-D295-810D5E84DCD9}"/>
              </a:ext>
            </a:extLst>
          </p:cNvPr>
          <p:cNvSpPr>
            <a:spLocks noGrp="1"/>
          </p:cNvSpPr>
          <p:nvPr>
            <p:ph idx="1"/>
          </p:nvPr>
        </p:nvSpPr>
        <p:spPr>
          <a:xfrm>
            <a:off x="630936" y="2807167"/>
            <a:ext cx="3895522" cy="3386399"/>
          </a:xfrm>
        </p:spPr>
        <p:txBody>
          <a:bodyPr>
            <a:normAutofit/>
          </a:bodyPr>
          <a:lstStyle/>
          <a:p>
            <a:pPr marL="0" marR="0" indent="0">
              <a:spcBef>
                <a:spcPts val="0"/>
              </a:spcBef>
              <a:spcAft>
                <a:spcPts val="800"/>
              </a:spcAft>
              <a:buNone/>
              <a:tabLst>
                <a:tab pos="4105275" algn="l"/>
              </a:tabLst>
            </a:pPr>
            <a:r>
              <a:rPr lang="vi-VN"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vi-VN"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bước</a:t>
            </a:r>
            <a:r>
              <a:rPr lang="vi-VN"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tạo</a:t>
            </a:r>
            <a:r>
              <a:rPr lang="vi-VN"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Publicatios</a:t>
            </a:r>
            <a:r>
              <a:rPr lang="vi-VN"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2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800"/>
              </a:spcAft>
              <a:buNone/>
              <a:tabLst>
                <a:tab pos="4105275" algn="l"/>
              </a:tabLst>
            </a:pPr>
            <a:r>
              <a:rPr lang="vi-VN"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Mở</a:t>
            </a:r>
            <a:r>
              <a:rPr lang="vi-VN"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rộng</a:t>
            </a:r>
            <a:r>
              <a:rPr lang="vi-VN"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thư </a:t>
            </a:r>
            <a:r>
              <a:rPr lang="vi-VN"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mục</a:t>
            </a:r>
            <a:r>
              <a:rPr lang="vi-VN"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Publications</a:t>
            </a:r>
            <a:r>
              <a:rPr lang="vi-VN"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click</a:t>
            </a:r>
            <a:r>
              <a:rPr lang="vi-VN"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phải</a:t>
            </a:r>
            <a:r>
              <a:rPr lang="vi-VN"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vào</a:t>
            </a:r>
            <a:r>
              <a:rPr lang="vi-VN"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Local</a:t>
            </a:r>
            <a:r>
              <a:rPr lang="vi-VN"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Publications</a:t>
            </a:r>
            <a:r>
              <a:rPr lang="vi-VN"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click</a:t>
            </a:r>
            <a:r>
              <a:rPr lang="vi-VN"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New</a:t>
            </a:r>
            <a:r>
              <a:rPr lang="vi-VN"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Publications</a:t>
            </a:r>
            <a:r>
              <a:rPr lang="vi-VN"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2200" dirty="0"/>
          </a:p>
        </p:txBody>
      </p:sp>
      <p:pic>
        <p:nvPicPr>
          <p:cNvPr id="8" name="Picture 1182">
            <a:extLst>
              <a:ext uri="{FF2B5EF4-FFF2-40B4-BE49-F238E27FC236}">
                <a16:creationId xmlns:a16="http://schemas.microsoft.com/office/drawing/2014/main" id="{79C3E109-37B6-7280-CDE2-05183599C8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4914310" y="126471"/>
            <a:ext cx="2099317" cy="1600729"/>
          </a:xfrm>
          <a:prstGeom prst="rect">
            <a:avLst/>
          </a:prstGeom>
          <a:noFill/>
        </p:spPr>
      </p:pic>
      <p:pic>
        <p:nvPicPr>
          <p:cNvPr id="7" name="Picture 1183">
            <a:extLst>
              <a:ext uri="{FF2B5EF4-FFF2-40B4-BE49-F238E27FC236}">
                <a16:creationId xmlns:a16="http://schemas.microsoft.com/office/drawing/2014/main" id="{C0544EED-AB20-4EAB-0329-DBA4D27E52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7401660" y="130838"/>
            <a:ext cx="2056063" cy="1562608"/>
          </a:xfrm>
          <a:prstGeom prst="rect">
            <a:avLst/>
          </a:prstGeom>
          <a:noFill/>
        </p:spPr>
      </p:pic>
      <p:pic>
        <p:nvPicPr>
          <p:cNvPr id="9" name="Picture 917">
            <a:extLst>
              <a:ext uri="{FF2B5EF4-FFF2-40B4-BE49-F238E27FC236}">
                <a16:creationId xmlns:a16="http://schemas.microsoft.com/office/drawing/2014/main" id="{ED38CB23-324A-B22B-5700-BDC21272EC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auto">
          <a:xfrm>
            <a:off x="9847769" y="94905"/>
            <a:ext cx="2185735" cy="1663860"/>
          </a:xfrm>
          <a:prstGeom prst="rect">
            <a:avLst/>
          </a:prstGeom>
          <a:noFill/>
        </p:spPr>
      </p:pic>
      <p:pic>
        <p:nvPicPr>
          <p:cNvPr id="11" name="Picture 1184">
            <a:extLst>
              <a:ext uri="{FF2B5EF4-FFF2-40B4-BE49-F238E27FC236}">
                <a16:creationId xmlns:a16="http://schemas.microsoft.com/office/drawing/2014/main" id="{13D66B03-C5DC-001E-72B0-A06A5BAEDF7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bwMode="auto">
          <a:xfrm>
            <a:off x="4809929" y="2291577"/>
            <a:ext cx="2167307" cy="1649832"/>
          </a:xfrm>
          <a:prstGeom prst="rect">
            <a:avLst/>
          </a:prstGeom>
          <a:noFill/>
        </p:spPr>
      </p:pic>
      <p:pic>
        <p:nvPicPr>
          <p:cNvPr id="16" name="Picture 1185">
            <a:extLst>
              <a:ext uri="{FF2B5EF4-FFF2-40B4-BE49-F238E27FC236}">
                <a16:creationId xmlns:a16="http://schemas.microsoft.com/office/drawing/2014/main" id="{209517A5-FA41-C63A-96A5-44D54065E46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bwMode="auto">
          <a:xfrm>
            <a:off x="7426835" y="2291577"/>
            <a:ext cx="2118915" cy="1254226"/>
          </a:xfrm>
          <a:prstGeom prst="rect">
            <a:avLst/>
          </a:prstGeom>
          <a:noFill/>
        </p:spPr>
      </p:pic>
      <p:pic>
        <p:nvPicPr>
          <p:cNvPr id="17" name="Picture 1186">
            <a:extLst>
              <a:ext uri="{FF2B5EF4-FFF2-40B4-BE49-F238E27FC236}">
                <a16:creationId xmlns:a16="http://schemas.microsoft.com/office/drawing/2014/main" id="{D784062E-2312-ECC9-4988-3651B920477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bwMode="auto">
          <a:xfrm>
            <a:off x="9738173" y="2291577"/>
            <a:ext cx="2361263" cy="1789936"/>
          </a:xfrm>
          <a:prstGeom prst="rect">
            <a:avLst/>
          </a:prstGeom>
          <a:noFill/>
        </p:spPr>
      </p:pic>
      <p:pic>
        <p:nvPicPr>
          <p:cNvPr id="18" name="Picture 1189">
            <a:extLst>
              <a:ext uri="{FF2B5EF4-FFF2-40B4-BE49-F238E27FC236}">
                <a16:creationId xmlns:a16="http://schemas.microsoft.com/office/drawing/2014/main" id="{A9DB9990-FA33-65B9-8DE7-56E33ACBAE1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bwMode="auto">
          <a:xfrm>
            <a:off x="7169659" y="4404533"/>
            <a:ext cx="2376091" cy="2322629"/>
          </a:xfrm>
          <a:prstGeom prst="rect">
            <a:avLst/>
          </a:prstGeom>
          <a:noFill/>
        </p:spPr>
      </p:pic>
      <p:pic>
        <p:nvPicPr>
          <p:cNvPr id="2050" name="Picture 2" descr="Mũi Tên trong Tiếng Anh là gì: Định Nghĩa, Ví Dụ Anh Việt">
            <a:extLst>
              <a:ext uri="{FF2B5EF4-FFF2-40B4-BE49-F238E27FC236}">
                <a16:creationId xmlns:a16="http://schemas.microsoft.com/office/drawing/2014/main" id="{7445DAD3-EFE0-5F69-1BBB-F6F19ADE51F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68719" y="804938"/>
            <a:ext cx="281121" cy="243794"/>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Mũi Tên trong Tiếng Anh là gì: Định Nghĩa, Ví Dụ Anh Việt">
            <a:extLst>
              <a:ext uri="{FF2B5EF4-FFF2-40B4-BE49-F238E27FC236}">
                <a16:creationId xmlns:a16="http://schemas.microsoft.com/office/drawing/2014/main" id="{7EE814AC-19DF-204B-26D4-1CF70F4D3CB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545750" y="804938"/>
            <a:ext cx="281121" cy="243794"/>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Mũi Tên trong Tiếng Anh là gì: Định Nghĩa, Ví Dụ Anh Việt">
            <a:extLst>
              <a:ext uri="{FF2B5EF4-FFF2-40B4-BE49-F238E27FC236}">
                <a16:creationId xmlns:a16="http://schemas.microsoft.com/office/drawing/2014/main" id="{12741C7B-7112-864B-2237-83285664B19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10184758">
            <a:off x="6857328" y="1801833"/>
            <a:ext cx="2947433" cy="243794"/>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Mũi Tên trong Tiếng Anh là gì: Định Nghĩa, Ví Dụ Anh Việt">
            <a:extLst>
              <a:ext uri="{FF2B5EF4-FFF2-40B4-BE49-F238E27FC236}">
                <a16:creationId xmlns:a16="http://schemas.microsoft.com/office/drawing/2014/main" id="{6C376FE8-2AF9-17C5-8B66-EA22EA74AF6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508096" y="2905240"/>
            <a:ext cx="281121" cy="243794"/>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Mũi Tên trong Tiếng Anh là gì: Định Nghĩa, Ví Dụ Anh Việt">
            <a:extLst>
              <a:ext uri="{FF2B5EF4-FFF2-40B4-BE49-F238E27FC236}">
                <a16:creationId xmlns:a16="http://schemas.microsoft.com/office/drawing/2014/main" id="{2F7E1725-7C2B-1BA4-CED1-A75C0723CB0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66414" y="2868486"/>
            <a:ext cx="281121" cy="243794"/>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Mũi Tên trong Tiếng Anh là gì: Định Nghĩa, Ví Dụ Anh Việt">
            <a:extLst>
              <a:ext uri="{FF2B5EF4-FFF2-40B4-BE49-F238E27FC236}">
                <a16:creationId xmlns:a16="http://schemas.microsoft.com/office/drawing/2014/main" id="{4B7FC3EA-8B9F-5FF3-7507-49B55EFD459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7930784">
            <a:off x="9535664" y="4124557"/>
            <a:ext cx="281121" cy="243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87400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94BFCCA4-109C-4B21-816E-144FE75C38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E1D69F31-27C6-AA42-424F-860A8ED63414}"/>
              </a:ext>
            </a:extLst>
          </p:cNvPr>
          <p:cNvSpPr>
            <a:spLocks noGrp="1"/>
          </p:cNvSpPr>
          <p:nvPr>
            <p:ph type="title"/>
          </p:nvPr>
        </p:nvSpPr>
        <p:spPr>
          <a:xfrm>
            <a:off x="630918" y="643465"/>
            <a:ext cx="3895359" cy="1846615"/>
          </a:xfrm>
        </p:spPr>
        <p:txBody>
          <a:bodyPr anchor="b">
            <a:normAutofit/>
          </a:bodyPr>
          <a:lstStyle/>
          <a:p>
            <a:r>
              <a:rPr lang="vi-VN" sz="54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Bước</a:t>
            </a:r>
            <a:r>
              <a:rPr lang="vi-VN" sz="54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54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3</a:t>
            </a:r>
            <a:r>
              <a:rPr lang="vi-VN" sz="54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5400" dirty="0">
              <a:solidFill>
                <a:schemeClr val="bg1"/>
              </a:solidFill>
            </a:endParaRPr>
          </a:p>
        </p:txBody>
      </p:sp>
      <p:sp>
        <p:nvSpPr>
          <p:cNvPr id="60" name="sketch line">
            <a:extLst>
              <a:ext uri="{FF2B5EF4-FFF2-40B4-BE49-F238E27FC236}">
                <a16:creationId xmlns:a16="http://schemas.microsoft.com/office/drawing/2014/main" id="{0059B5C0-FEC8-4370-AF45-02E3AEF6F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659144"/>
            <a:ext cx="3566160" cy="18288"/>
          </a:xfrm>
          <a:custGeom>
            <a:avLst/>
            <a:gdLst>
              <a:gd name="connsiteX0" fmla="*/ 0 w 3566160"/>
              <a:gd name="connsiteY0" fmla="*/ 0 h 18288"/>
              <a:gd name="connsiteX1" fmla="*/ 665683 w 3566160"/>
              <a:gd name="connsiteY1" fmla="*/ 0 h 18288"/>
              <a:gd name="connsiteX2" fmla="*/ 1331366 w 3566160"/>
              <a:gd name="connsiteY2" fmla="*/ 0 h 18288"/>
              <a:gd name="connsiteX3" fmla="*/ 1818742 w 3566160"/>
              <a:gd name="connsiteY3" fmla="*/ 0 h 18288"/>
              <a:gd name="connsiteX4" fmla="*/ 2413102 w 3566160"/>
              <a:gd name="connsiteY4" fmla="*/ 0 h 18288"/>
              <a:gd name="connsiteX5" fmla="*/ 2936138 w 3566160"/>
              <a:gd name="connsiteY5" fmla="*/ 0 h 18288"/>
              <a:gd name="connsiteX6" fmla="*/ 3566160 w 3566160"/>
              <a:gd name="connsiteY6" fmla="*/ 0 h 18288"/>
              <a:gd name="connsiteX7" fmla="*/ 3566160 w 3566160"/>
              <a:gd name="connsiteY7" fmla="*/ 18288 h 18288"/>
              <a:gd name="connsiteX8" fmla="*/ 2971800 w 3566160"/>
              <a:gd name="connsiteY8" fmla="*/ 18288 h 18288"/>
              <a:gd name="connsiteX9" fmla="*/ 2448763 w 3566160"/>
              <a:gd name="connsiteY9" fmla="*/ 18288 h 18288"/>
              <a:gd name="connsiteX10" fmla="*/ 1854403 w 3566160"/>
              <a:gd name="connsiteY10" fmla="*/ 18288 h 18288"/>
              <a:gd name="connsiteX11" fmla="*/ 1295705 w 3566160"/>
              <a:gd name="connsiteY11" fmla="*/ 18288 h 18288"/>
              <a:gd name="connsiteX12" fmla="*/ 772668 w 3566160"/>
              <a:gd name="connsiteY12" fmla="*/ 18288 h 18288"/>
              <a:gd name="connsiteX13" fmla="*/ 0 w 3566160"/>
              <a:gd name="connsiteY13" fmla="*/ 18288 h 18288"/>
              <a:gd name="connsiteX14" fmla="*/ 0 w 356616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66160" h="18288" fill="none" extrusionOk="0">
                <a:moveTo>
                  <a:pt x="0" y="0"/>
                </a:moveTo>
                <a:cubicBezTo>
                  <a:pt x="222644" y="15773"/>
                  <a:pt x="447078" y="-30288"/>
                  <a:pt x="665683" y="0"/>
                </a:cubicBezTo>
                <a:cubicBezTo>
                  <a:pt x="884288" y="30288"/>
                  <a:pt x="1132425" y="-6167"/>
                  <a:pt x="1331366" y="0"/>
                </a:cubicBezTo>
                <a:cubicBezTo>
                  <a:pt x="1530307" y="6167"/>
                  <a:pt x="1680942" y="17562"/>
                  <a:pt x="1818742" y="0"/>
                </a:cubicBezTo>
                <a:cubicBezTo>
                  <a:pt x="1956542" y="-17562"/>
                  <a:pt x="2130227" y="23032"/>
                  <a:pt x="2413102" y="0"/>
                </a:cubicBezTo>
                <a:cubicBezTo>
                  <a:pt x="2695977" y="-23032"/>
                  <a:pt x="2679988" y="-13260"/>
                  <a:pt x="2936138" y="0"/>
                </a:cubicBezTo>
                <a:cubicBezTo>
                  <a:pt x="3192288" y="13260"/>
                  <a:pt x="3378668" y="16268"/>
                  <a:pt x="3566160" y="0"/>
                </a:cubicBezTo>
                <a:cubicBezTo>
                  <a:pt x="3566199" y="7328"/>
                  <a:pt x="3566779" y="9982"/>
                  <a:pt x="3566160" y="18288"/>
                </a:cubicBezTo>
                <a:cubicBezTo>
                  <a:pt x="3315478" y="45899"/>
                  <a:pt x="3188272" y="-7574"/>
                  <a:pt x="2971800" y="18288"/>
                </a:cubicBezTo>
                <a:cubicBezTo>
                  <a:pt x="2755328" y="44150"/>
                  <a:pt x="2598570" y="34692"/>
                  <a:pt x="2448763" y="18288"/>
                </a:cubicBezTo>
                <a:cubicBezTo>
                  <a:pt x="2298956" y="1884"/>
                  <a:pt x="2011344" y="-7043"/>
                  <a:pt x="1854403" y="18288"/>
                </a:cubicBezTo>
                <a:cubicBezTo>
                  <a:pt x="1697462" y="43619"/>
                  <a:pt x="1444994" y="618"/>
                  <a:pt x="1295705" y="18288"/>
                </a:cubicBezTo>
                <a:cubicBezTo>
                  <a:pt x="1146416" y="35958"/>
                  <a:pt x="965401" y="42167"/>
                  <a:pt x="772668" y="18288"/>
                </a:cubicBezTo>
                <a:cubicBezTo>
                  <a:pt x="579935" y="-5591"/>
                  <a:pt x="352420" y="-19381"/>
                  <a:pt x="0" y="18288"/>
                </a:cubicBezTo>
                <a:cubicBezTo>
                  <a:pt x="-593" y="9736"/>
                  <a:pt x="244" y="6610"/>
                  <a:pt x="0" y="0"/>
                </a:cubicBezTo>
                <a:close/>
              </a:path>
              <a:path w="3566160" h="18288" stroke="0" extrusionOk="0">
                <a:moveTo>
                  <a:pt x="0" y="0"/>
                </a:moveTo>
                <a:cubicBezTo>
                  <a:pt x="169947" y="-5008"/>
                  <a:pt x="340602" y="-17518"/>
                  <a:pt x="594360" y="0"/>
                </a:cubicBezTo>
                <a:cubicBezTo>
                  <a:pt x="848118" y="17518"/>
                  <a:pt x="997921" y="8866"/>
                  <a:pt x="1224382" y="0"/>
                </a:cubicBezTo>
                <a:cubicBezTo>
                  <a:pt x="1450843" y="-8866"/>
                  <a:pt x="1572343" y="8392"/>
                  <a:pt x="1783080" y="0"/>
                </a:cubicBezTo>
                <a:cubicBezTo>
                  <a:pt x="1993817" y="-8392"/>
                  <a:pt x="2266728" y="2126"/>
                  <a:pt x="2448763" y="0"/>
                </a:cubicBezTo>
                <a:cubicBezTo>
                  <a:pt x="2630798" y="-2126"/>
                  <a:pt x="2815508" y="-13843"/>
                  <a:pt x="3043123" y="0"/>
                </a:cubicBezTo>
                <a:cubicBezTo>
                  <a:pt x="3270738" y="13843"/>
                  <a:pt x="3420568" y="2184"/>
                  <a:pt x="3566160" y="0"/>
                </a:cubicBezTo>
                <a:cubicBezTo>
                  <a:pt x="3566487" y="8595"/>
                  <a:pt x="3566088" y="13110"/>
                  <a:pt x="3566160" y="18288"/>
                </a:cubicBezTo>
                <a:cubicBezTo>
                  <a:pt x="3421748" y="9323"/>
                  <a:pt x="3176383" y="-3939"/>
                  <a:pt x="2971800" y="18288"/>
                </a:cubicBezTo>
                <a:cubicBezTo>
                  <a:pt x="2767217" y="40515"/>
                  <a:pt x="2590769" y="4336"/>
                  <a:pt x="2306117" y="18288"/>
                </a:cubicBezTo>
                <a:cubicBezTo>
                  <a:pt x="2021465" y="32240"/>
                  <a:pt x="1860727" y="-9280"/>
                  <a:pt x="1676095" y="18288"/>
                </a:cubicBezTo>
                <a:cubicBezTo>
                  <a:pt x="1491463" y="45856"/>
                  <a:pt x="1329173" y="5765"/>
                  <a:pt x="1153058" y="18288"/>
                </a:cubicBezTo>
                <a:cubicBezTo>
                  <a:pt x="976943" y="30811"/>
                  <a:pt x="895178" y="4751"/>
                  <a:pt x="665683" y="18288"/>
                </a:cubicBezTo>
                <a:cubicBezTo>
                  <a:pt x="436189" y="31825"/>
                  <a:pt x="302924" y="2002"/>
                  <a:pt x="0" y="18288"/>
                </a:cubicBezTo>
                <a:cubicBezTo>
                  <a:pt x="822" y="10564"/>
                  <a:pt x="-23" y="457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448976505">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hỗ dành sẵn cho Nội dung 2">
            <a:extLst>
              <a:ext uri="{FF2B5EF4-FFF2-40B4-BE49-F238E27FC236}">
                <a16:creationId xmlns:a16="http://schemas.microsoft.com/office/drawing/2014/main" id="{7A226E85-F541-4B21-D295-810D5E84DCD9}"/>
              </a:ext>
            </a:extLst>
          </p:cNvPr>
          <p:cNvSpPr>
            <a:spLocks noGrp="1"/>
          </p:cNvSpPr>
          <p:nvPr>
            <p:ph idx="1"/>
          </p:nvPr>
        </p:nvSpPr>
        <p:spPr>
          <a:xfrm>
            <a:off x="630936" y="2807167"/>
            <a:ext cx="3895522" cy="3386399"/>
          </a:xfrm>
        </p:spPr>
        <p:txBody>
          <a:bodyPr>
            <a:normAutofit/>
          </a:bodyPr>
          <a:lstStyle/>
          <a:p>
            <a:pPr marL="0" marR="0" indent="0">
              <a:spcBef>
                <a:spcPts val="0"/>
              </a:spcBef>
              <a:spcAft>
                <a:spcPts val="800"/>
              </a:spcAft>
              <a:buNone/>
              <a:tabLst>
                <a:tab pos="4105275" algn="l"/>
              </a:tabLst>
            </a:pPr>
            <a:r>
              <a:rPr lang="vi-VN"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Tạo</a:t>
            </a:r>
            <a:r>
              <a:rPr lang="vi-VN"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Subcriptions</a:t>
            </a:r>
            <a:r>
              <a:rPr lang="vi-VN"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2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800"/>
              </a:spcAft>
              <a:buNone/>
              <a:tabLst>
                <a:tab pos="4105275" algn="l"/>
              </a:tabLst>
            </a:pPr>
            <a:r>
              <a:rPr lang="vi-VN"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Click</a:t>
            </a:r>
            <a:r>
              <a:rPr lang="vi-VN"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phải</a:t>
            </a:r>
            <a:r>
              <a:rPr lang="vi-VN"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trên 1 </a:t>
            </a:r>
            <a:r>
              <a:rPr lang="vi-VN"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publication</a:t>
            </a:r>
            <a:r>
              <a:rPr lang="vi-VN"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chọn</a:t>
            </a:r>
            <a:r>
              <a:rPr lang="vi-VN"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new</a:t>
            </a:r>
            <a:r>
              <a:rPr lang="vi-VN"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Subcriptions</a:t>
            </a:r>
            <a:endParaRPr lang="en-US" sz="2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2200" dirty="0"/>
          </a:p>
        </p:txBody>
      </p:sp>
      <p:pic>
        <p:nvPicPr>
          <p:cNvPr id="9" name="Picture 1192">
            <a:extLst>
              <a:ext uri="{FF2B5EF4-FFF2-40B4-BE49-F238E27FC236}">
                <a16:creationId xmlns:a16="http://schemas.microsoft.com/office/drawing/2014/main" id="{E49B8E17-0CB9-EFE4-493E-735C572A39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7665544" y="3538863"/>
            <a:ext cx="4307747" cy="3297362"/>
          </a:xfrm>
          <a:prstGeom prst="rect">
            <a:avLst/>
          </a:prstGeom>
          <a:noFill/>
        </p:spPr>
      </p:pic>
      <p:pic>
        <p:nvPicPr>
          <p:cNvPr id="8" name="Picture 1190">
            <a:extLst>
              <a:ext uri="{FF2B5EF4-FFF2-40B4-BE49-F238E27FC236}">
                <a16:creationId xmlns:a16="http://schemas.microsoft.com/office/drawing/2014/main" id="{0FDD3E47-96B4-F30B-2DD6-5735253D7E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4807068" y="388842"/>
            <a:ext cx="3099816" cy="2355859"/>
          </a:xfrm>
          <a:prstGeom prst="rect">
            <a:avLst/>
          </a:prstGeom>
          <a:noFill/>
        </p:spPr>
      </p:pic>
      <p:pic>
        <p:nvPicPr>
          <p:cNvPr id="7" name="Picture 1191">
            <a:extLst>
              <a:ext uri="{FF2B5EF4-FFF2-40B4-BE49-F238E27FC236}">
                <a16:creationId xmlns:a16="http://schemas.microsoft.com/office/drawing/2014/main" id="{6A12E9B4-804C-B6FE-163B-A7FE1D7CF3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auto">
          <a:xfrm>
            <a:off x="8187675" y="202233"/>
            <a:ext cx="3785616" cy="2886531"/>
          </a:xfrm>
          <a:prstGeom prst="rect">
            <a:avLst/>
          </a:prstGeom>
          <a:noFill/>
        </p:spPr>
      </p:pic>
      <p:pic>
        <p:nvPicPr>
          <p:cNvPr id="12" name="Picture 2" descr="Mũi Tên trong Tiếng Anh là gì: Định Nghĩa, Ví Dụ Anh Việt">
            <a:extLst>
              <a:ext uri="{FF2B5EF4-FFF2-40B4-BE49-F238E27FC236}">
                <a16:creationId xmlns:a16="http://schemas.microsoft.com/office/drawing/2014/main" id="{A7246E10-F993-B7AE-AAFF-B0FB1195AF7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06719" y="1322977"/>
            <a:ext cx="281121" cy="24379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Mũi Tên trong Tiếng Anh là gì: Định Nghĩa, Ví Dụ Anh Việt">
            <a:extLst>
              <a:ext uri="{FF2B5EF4-FFF2-40B4-BE49-F238E27FC236}">
                <a16:creationId xmlns:a16="http://schemas.microsoft.com/office/drawing/2014/main" id="{4C1A7F93-9D48-0F46-7ED6-027CCF16D9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9939922" y="3253667"/>
            <a:ext cx="281121" cy="243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00000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65" name="Rectangle 64">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E1D69F31-27C6-AA42-424F-860A8ED63414}"/>
              </a:ext>
            </a:extLst>
          </p:cNvPr>
          <p:cNvSpPr>
            <a:spLocks noGrp="1"/>
          </p:cNvSpPr>
          <p:nvPr>
            <p:ph type="title"/>
          </p:nvPr>
        </p:nvSpPr>
        <p:spPr>
          <a:xfrm>
            <a:off x="630936" y="639520"/>
            <a:ext cx="3429000" cy="1719072"/>
          </a:xfrm>
        </p:spPr>
        <p:txBody>
          <a:bodyPr anchor="b">
            <a:normAutofit/>
          </a:bodyPr>
          <a:lstStyle/>
          <a:p>
            <a:r>
              <a:rPr lang="vi-VN" sz="54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Bước</a:t>
            </a:r>
            <a:r>
              <a:rPr lang="vi-VN" sz="54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54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3</a:t>
            </a:r>
            <a:r>
              <a:rPr lang="vi-VN" sz="54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5400" dirty="0">
              <a:solidFill>
                <a:schemeClr val="bg1"/>
              </a:solidFill>
            </a:endParaRPr>
          </a:p>
        </p:txBody>
      </p:sp>
      <p:sp>
        <p:nvSpPr>
          <p:cNvPr id="67"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hỗ dành sẵn cho Nội dung 2">
            <a:extLst>
              <a:ext uri="{FF2B5EF4-FFF2-40B4-BE49-F238E27FC236}">
                <a16:creationId xmlns:a16="http://schemas.microsoft.com/office/drawing/2014/main" id="{7A226E85-F541-4B21-D295-810D5E84DCD9}"/>
              </a:ext>
            </a:extLst>
          </p:cNvPr>
          <p:cNvSpPr>
            <a:spLocks noGrp="1"/>
          </p:cNvSpPr>
          <p:nvPr>
            <p:ph idx="1"/>
          </p:nvPr>
        </p:nvSpPr>
        <p:spPr>
          <a:xfrm>
            <a:off x="630936" y="2807208"/>
            <a:ext cx="3429000" cy="3410712"/>
          </a:xfrm>
        </p:spPr>
        <p:txBody>
          <a:bodyPr anchor="t">
            <a:normAutofit/>
          </a:bodyPr>
          <a:lstStyle/>
          <a:p>
            <a:pPr marL="0" marR="0" indent="0">
              <a:spcBef>
                <a:spcPts val="0"/>
              </a:spcBef>
              <a:spcAft>
                <a:spcPts val="800"/>
              </a:spcAft>
              <a:buNone/>
              <a:tabLst>
                <a:tab pos="4105275" algn="l"/>
              </a:tabLst>
            </a:pP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Sau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đó</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add</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SQL Server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Subcriber</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thêm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database</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name</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theo chi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nhánh</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đang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tạo</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19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800"/>
              </a:spcAft>
              <a:buNone/>
              <a:tabLst>
                <a:tab pos="4105275" algn="l"/>
              </a:tabLst>
            </a:pP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Tại</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Merge</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Agent</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Security</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tick</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vào</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Run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under</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the SQL Server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service</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account</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kết</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nối</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với</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Publisher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và</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distributor</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bằng</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tài</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khoản</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login</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sa,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password</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123456</a:t>
            </a:r>
            <a:endParaRPr lang="en-US" sz="19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800"/>
              </a:spcAft>
              <a:buNone/>
              <a:tabLst>
                <a:tab pos="4105275" algn="l"/>
              </a:tabLst>
            </a:pP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Và</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run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continuous</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sau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đó</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next</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rồi</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9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finish</a:t>
            </a:r>
            <a:r>
              <a:rPr lang="vi-V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19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1900" dirty="0"/>
          </a:p>
        </p:txBody>
      </p:sp>
      <p:pic>
        <p:nvPicPr>
          <p:cNvPr id="11" name="Picture 1193">
            <a:extLst>
              <a:ext uri="{FF2B5EF4-FFF2-40B4-BE49-F238E27FC236}">
                <a16:creationId xmlns:a16="http://schemas.microsoft.com/office/drawing/2014/main" id="{CCDF9A61-8E4F-C032-5BA3-1DC2CCA75B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4654296" y="1479094"/>
            <a:ext cx="6903720" cy="3899811"/>
          </a:xfrm>
          <a:prstGeom prst="rect">
            <a:avLst/>
          </a:prstGeom>
          <a:noFill/>
        </p:spPr>
      </p:pic>
    </p:spTree>
    <p:extLst>
      <p:ext uri="{BB962C8B-B14F-4D97-AF65-F5344CB8AC3E}">
        <p14:creationId xmlns:p14="http://schemas.microsoft.com/office/powerpoint/2010/main" val="11734400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65" name="Rectangle 64">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E1D69F31-27C6-AA42-424F-860A8ED63414}"/>
              </a:ext>
            </a:extLst>
          </p:cNvPr>
          <p:cNvSpPr>
            <a:spLocks noGrp="1"/>
          </p:cNvSpPr>
          <p:nvPr>
            <p:ph type="title"/>
          </p:nvPr>
        </p:nvSpPr>
        <p:spPr>
          <a:xfrm>
            <a:off x="630936" y="639520"/>
            <a:ext cx="3429000" cy="1719072"/>
          </a:xfrm>
        </p:spPr>
        <p:txBody>
          <a:bodyPr anchor="b">
            <a:normAutofit/>
          </a:bodyPr>
          <a:lstStyle/>
          <a:p>
            <a:r>
              <a:rPr lang="vi-VN"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Bước </a:t>
            </a:r>
            <a:r>
              <a:rPr lang="en-US" sz="5400" dirty="0">
                <a:solidFill>
                  <a:schemeClr val="bg1">
                    <a:lumMod val="95000"/>
                  </a:schemeClr>
                </a:solidFill>
                <a:latin typeface="Times New Roman" panose="02020603050405020304" pitchFamily="18" charset="0"/>
                <a:ea typeface="Calibri" panose="020F0502020204030204" pitchFamily="34" charset="0"/>
                <a:cs typeface="Times New Roman" panose="02020603050405020304" pitchFamily="18" charset="0"/>
              </a:rPr>
              <a:t>4</a:t>
            </a:r>
            <a:r>
              <a:rPr lang="vi-VN"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5400" dirty="0">
              <a:solidFill>
                <a:schemeClr val="bg1">
                  <a:lumMod val="95000"/>
                </a:schemeClr>
              </a:solidFill>
            </a:endParaRPr>
          </a:p>
        </p:txBody>
      </p:sp>
      <p:sp>
        <p:nvSpPr>
          <p:cNvPr id="67"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hỗ dành sẵn cho Nội dung 2">
            <a:extLst>
              <a:ext uri="{FF2B5EF4-FFF2-40B4-BE49-F238E27FC236}">
                <a16:creationId xmlns:a16="http://schemas.microsoft.com/office/drawing/2014/main" id="{7A226E85-F541-4B21-D295-810D5E84DCD9}"/>
              </a:ext>
            </a:extLst>
          </p:cNvPr>
          <p:cNvSpPr>
            <a:spLocks noGrp="1"/>
          </p:cNvSpPr>
          <p:nvPr>
            <p:ph idx="1"/>
          </p:nvPr>
        </p:nvSpPr>
        <p:spPr>
          <a:xfrm>
            <a:off x="630936" y="2807208"/>
            <a:ext cx="3429000" cy="3410712"/>
          </a:xfrm>
        </p:spPr>
        <p:txBody>
          <a:bodyPr anchor="t">
            <a:normAutofit/>
          </a:bodyPr>
          <a:lstStyle/>
          <a:p>
            <a:pPr marL="0" marR="0" indent="0">
              <a:spcBef>
                <a:spcPts val="0"/>
              </a:spcBef>
              <a:spcAft>
                <a:spcPts val="800"/>
              </a:spcAft>
              <a:buNone/>
              <a:tabLst>
                <a:tab pos="4105275" algn="l"/>
              </a:tabLst>
            </a:pP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Tạo</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linked</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server</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để</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kết</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nối</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từ</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SQL Server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này</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đến</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database</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của</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server</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khác</a:t>
            </a:r>
            <a:endParaRPr lang="en-US" sz="17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800"/>
              </a:spcAft>
              <a:buNone/>
              <a:tabLst>
                <a:tab pos="4105275" algn="l"/>
              </a:tabLst>
            </a:pP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bước</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tạo</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link</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server</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7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800"/>
              </a:spcAft>
              <a:buNone/>
              <a:tabLst>
                <a:tab pos="4105275" algn="l"/>
              </a:tabLst>
            </a:pPr>
            <a:r>
              <a:rPr lang="en-US"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1.</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Tạo</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Link</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Server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từ</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chi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nhánh</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1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đến</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chi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nhánh</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2</a:t>
            </a:r>
            <a:endParaRPr lang="en-US" sz="17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800"/>
              </a:spcAft>
              <a:buNone/>
              <a:tabLst>
                <a:tab pos="4105275" algn="l"/>
              </a:tabLst>
            </a:pPr>
            <a:r>
              <a:rPr lang="en-US"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2.</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Tạo</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1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cái</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Remote</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Login</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(HTKN) bên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server</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chi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nhánh</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2</a:t>
            </a:r>
            <a:endParaRPr lang="en-US" sz="17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800"/>
              </a:spcAft>
              <a:buNone/>
              <a:tabLst>
                <a:tab pos="4105275" algn="l"/>
              </a:tabLst>
            </a:pPr>
            <a:r>
              <a:rPr lang="en-US"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3.</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Ở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server</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chi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nhánh</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2,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click</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phải</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vào</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Logins</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tạo</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Login</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có</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tên HTKT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và</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thiết</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lập</a:t>
            </a:r>
            <a:r>
              <a:rPr lang="vi-VN" sz="17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cho </a:t>
            </a:r>
            <a:r>
              <a:rPr lang="vi-VN" sz="17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Login</a:t>
            </a:r>
            <a:endParaRPr lang="en-US" sz="17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1700" dirty="0"/>
          </a:p>
        </p:txBody>
      </p:sp>
      <p:pic>
        <p:nvPicPr>
          <p:cNvPr id="8" name="Picture 1194">
            <a:extLst>
              <a:ext uri="{FF2B5EF4-FFF2-40B4-BE49-F238E27FC236}">
                <a16:creationId xmlns:a16="http://schemas.microsoft.com/office/drawing/2014/main" id="{0CEBAAB4-4F33-BAE7-F248-6F5D8A5C01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4909686" y="640080"/>
            <a:ext cx="6392940" cy="5577840"/>
          </a:xfrm>
          <a:prstGeom prst="rect">
            <a:avLst/>
          </a:prstGeom>
          <a:noFill/>
        </p:spPr>
      </p:pic>
    </p:spTree>
    <p:extLst>
      <p:ext uri="{BB962C8B-B14F-4D97-AF65-F5344CB8AC3E}">
        <p14:creationId xmlns:p14="http://schemas.microsoft.com/office/powerpoint/2010/main" val="29352584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65" name="Rectangle 64">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E1D69F31-27C6-AA42-424F-860A8ED63414}"/>
              </a:ext>
            </a:extLst>
          </p:cNvPr>
          <p:cNvSpPr>
            <a:spLocks noGrp="1"/>
          </p:cNvSpPr>
          <p:nvPr>
            <p:ph type="title"/>
          </p:nvPr>
        </p:nvSpPr>
        <p:spPr>
          <a:xfrm>
            <a:off x="630936" y="639520"/>
            <a:ext cx="3429000" cy="1719072"/>
          </a:xfrm>
        </p:spPr>
        <p:txBody>
          <a:bodyPr anchor="b">
            <a:normAutofit/>
          </a:bodyPr>
          <a:lstStyle/>
          <a:p>
            <a:r>
              <a:rPr lang="vi-VN"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Bước </a:t>
            </a:r>
            <a:r>
              <a:rPr lang="en-US" sz="5400" dirty="0">
                <a:solidFill>
                  <a:schemeClr val="bg1">
                    <a:lumMod val="95000"/>
                  </a:schemeClr>
                </a:solidFill>
                <a:latin typeface="Times New Roman" panose="02020603050405020304" pitchFamily="18" charset="0"/>
                <a:ea typeface="Calibri" panose="020F0502020204030204" pitchFamily="34" charset="0"/>
                <a:cs typeface="Times New Roman" panose="02020603050405020304" pitchFamily="18" charset="0"/>
              </a:rPr>
              <a:t>4</a:t>
            </a:r>
            <a:r>
              <a:rPr lang="vi-VN"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5400" dirty="0">
              <a:solidFill>
                <a:schemeClr val="bg1">
                  <a:lumMod val="95000"/>
                </a:schemeClr>
              </a:solidFill>
            </a:endParaRPr>
          </a:p>
        </p:txBody>
      </p:sp>
      <p:sp>
        <p:nvSpPr>
          <p:cNvPr id="67"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hỗ dành sẵn cho Nội dung 2">
            <a:extLst>
              <a:ext uri="{FF2B5EF4-FFF2-40B4-BE49-F238E27FC236}">
                <a16:creationId xmlns:a16="http://schemas.microsoft.com/office/drawing/2014/main" id="{7A226E85-F541-4B21-D295-810D5E84DCD9}"/>
              </a:ext>
            </a:extLst>
          </p:cNvPr>
          <p:cNvSpPr>
            <a:spLocks noGrp="1"/>
          </p:cNvSpPr>
          <p:nvPr>
            <p:ph idx="1"/>
          </p:nvPr>
        </p:nvSpPr>
        <p:spPr>
          <a:xfrm>
            <a:off x="630936" y="2807208"/>
            <a:ext cx="3429000" cy="3410712"/>
          </a:xfrm>
        </p:spPr>
        <p:txBody>
          <a:bodyPr anchor="t">
            <a:normAutofit/>
          </a:bodyPr>
          <a:lstStyle/>
          <a:p>
            <a:pPr marL="0" marR="0" indent="0">
              <a:spcBef>
                <a:spcPts val="0"/>
              </a:spcBef>
              <a:spcAft>
                <a:spcPts val="800"/>
              </a:spcAft>
              <a:buNone/>
              <a:tabLst>
                <a:tab pos="4105275" algn="l"/>
              </a:tabLst>
            </a:pP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Tạo</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Link</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Server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từ</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Server chi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nhánh</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1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đến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Server chi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nhánh</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2 </a:t>
            </a:r>
            <a:endParaRPr lang="en-US"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spcBef>
                <a:spcPts val="0"/>
              </a:spcBef>
              <a:spcAft>
                <a:spcPts val="800"/>
              </a:spcAft>
              <a:buNone/>
              <a:tabLst>
                <a:tab pos="4105275" algn="l"/>
              </a:tabLst>
            </a:pP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Vào</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server</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chi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nhánh</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1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mở</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rộng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folder</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Server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Object</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click</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phải</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vào</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New</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Linked</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Server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tạo</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1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Link</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có</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tên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là</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Link</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và</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thiết</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lập</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cấu</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hình</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cho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Link</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và</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ngược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lại</a:t>
            </a:r>
            <a:endParaRPr lang="en-US" sz="22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800"/>
              </a:spcAft>
              <a:buNone/>
              <a:tabLst>
                <a:tab pos="4105275" algn="l"/>
              </a:tabLst>
            </a:pP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1188">
            <a:extLst>
              <a:ext uri="{FF2B5EF4-FFF2-40B4-BE49-F238E27FC236}">
                <a16:creationId xmlns:a16="http://schemas.microsoft.com/office/drawing/2014/main" id="{454CFC99-2939-615C-8B0A-0651C01261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4918818" y="640080"/>
            <a:ext cx="6374675" cy="5577840"/>
          </a:xfrm>
          <a:prstGeom prst="rect">
            <a:avLst/>
          </a:prstGeom>
          <a:noFill/>
        </p:spPr>
      </p:pic>
    </p:spTree>
    <p:extLst>
      <p:ext uri="{BB962C8B-B14F-4D97-AF65-F5344CB8AC3E}">
        <p14:creationId xmlns:p14="http://schemas.microsoft.com/office/powerpoint/2010/main" val="5080138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79" name="Rectangle 7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E1D69F31-27C6-AA42-424F-860A8ED63414}"/>
              </a:ext>
            </a:extLst>
          </p:cNvPr>
          <p:cNvSpPr>
            <a:spLocks noGrp="1"/>
          </p:cNvSpPr>
          <p:nvPr>
            <p:ph type="title"/>
          </p:nvPr>
        </p:nvSpPr>
        <p:spPr>
          <a:xfrm>
            <a:off x="630936" y="639520"/>
            <a:ext cx="3429000" cy="1719072"/>
          </a:xfrm>
        </p:spPr>
        <p:txBody>
          <a:bodyPr anchor="b">
            <a:normAutofit/>
          </a:bodyPr>
          <a:lstStyle/>
          <a:p>
            <a:r>
              <a:rPr lang="vi-VN"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Bước </a:t>
            </a:r>
            <a:r>
              <a:rPr lang="en-US"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5</a:t>
            </a:r>
            <a:r>
              <a:rPr lang="vi-VN"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5400" dirty="0">
              <a:solidFill>
                <a:schemeClr val="bg1">
                  <a:lumMod val="95000"/>
                </a:schemeClr>
              </a:solidFill>
            </a:endParaRPr>
          </a:p>
        </p:txBody>
      </p:sp>
      <p:sp>
        <p:nvSpPr>
          <p:cNvPr id="80"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hỗ dành sẵn cho Nội dung 2">
            <a:extLst>
              <a:ext uri="{FF2B5EF4-FFF2-40B4-BE49-F238E27FC236}">
                <a16:creationId xmlns:a16="http://schemas.microsoft.com/office/drawing/2014/main" id="{7A226E85-F541-4B21-D295-810D5E84DCD9}"/>
              </a:ext>
            </a:extLst>
          </p:cNvPr>
          <p:cNvSpPr>
            <a:spLocks noGrp="1"/>
          </p:cNvSpPr>
          <p:nvPr>
            <p:ph idx="1"/>
          </p:nvPr>
        </p:nvSpPr>
        <p:spPr>
          <a:xfrm>
            <a:off x="630936" y="2807208"/>
            <a:ext cx="3429000" cy="3410712"/>
          </a:xfrm>
        </p:spPr>
        <p:txBody>
          <a:bodyPr anchor="t">
            <a:normAutofit/>
          </a:bodyPr>
          <a:lstStyle/>
          <a:p>
            <a:pPr marL="0" marR="0" indent="0">
              <a:spcBef>
                <a:spcPts val="0"/>
              </a:spcBef>
              <a:spcAft>
                <a:spcPts val="800"/>
              </a:spcAft>
              <a:buNone/>
              <a:tabLst>
                <a:tab pos="4105275" algn="l"/>
              </a:tabLst>
            </a:pP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Phân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quyền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22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800"/>
              </a:spcAft>
              <a:buNone/>
              <a:tabLst>
                <a:tab pos="4105275" algn="l"/>
              </a:tabLst>
            </a:pP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Tạo</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nhóm</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quyền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22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vi-VN" sz="2200" dirty="0" err="1">
                <a:solidFill>
                  <a:schemeClr val="bg1">
                    <a:lumMod val="95000"/>
                  </a:schemeClr>
                </a:solidFill>
                <a:effectLst/>
                <a:latin typeface="Times New Roman" panose="02020603050405020304" pitchFamily="18" charset="0"/>
                <a:ea typeface="Calibri" panose="020F0502020204030204" pitchFamily="34" charset="0"/>
              </a:rPr>
              <a:t>Vào</a:t>
            </a:r>
            <a:r>
              <a:rPr lang="vi-VN" sz="2200" dirty="0">
                <a:solidFill>
                  <a:schemeClr val="bg1">
                    <a:lumMod val="95000"/>
                  </a:schemeClr>
                </a:solidFill>
                <a:effectLst/>
                <a:latin typeface="Times New Roman" panose="02020603050405020304" pitchFamily="18" charset="0"/>
                <a:ea typeface="Calibri" panose="020F0502020204030204" pitchFamily="34"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rPr>
              <a:t>database</a:t>
            </a:r>
            <a:r>
              <a:rPr lang="vi-VN" sz="2200" dirty="0">
                <a:solidFill>
                  <a:schemeClr val="bg1">
                    <a:lumMod val="95000"/>
                  </a:schemeClr>
                </a:solidFill>
                <a:effectLst/>
                <a:latin typeface="Times New Roman" panose="02020603050405020304" pitchFamily="18" charset="0"/>
                <a:ea typeface="Calibri" panose="020F0502020204030204" pitchFamily="34" charset="0"/>
              </a:rPr>
              <a:t> ở Server </a:t>
            </a:r>
            <a:r>
              <a:rPr lang="vi-VN" sz="2200" dirty="0" err="1">
                <a:solidFill>
                  <a:schemeClr val="bg1">
                    <a:lumMod val="95000"/>
                  </a:schemeClr>
                </a:solidFill>
                <a:effectLst/>
                <a:latin typeface="Times New Roman" panose="02020603050405020304" pitchFamily="18" charset="0"/>
                <a:ea typeface="Calibri" panose="020F0502020204030204" pitchFamily="34" charset="0"/>
              </a:rPr>
              <a:t>các</a:t>
            </a:r>
            <a:r>
              <a:rPr lang="vi-VN" sz="2200" dirty="0">
                <a:solidFill>
                  <a:schemeClr val="bg1">
                    <a:lumMod val="95000"/>
                  </a:schemeClr>
                </a:solidFill>
                <a:effectLst/>
                <a:latin typeface="Times New Roman" panose="02020603050405020304" pitchFamily="18" charset="0"/>
                <a:ea typeface="Calibri" panose="020F0502020204030204" pitchFamily="34" charset="0"/>
              </a:rPr>
              <a:t> chi </a:t>
            </a:r>
            <a:r>
              <a:rPr lang="vi-VN" sz="2200" dirty="0" err="1">
                <a:solidFill>
                  <a:schemeClr val="bg1">
                    <a:lumMod val="95000"/>
                  </a:schemeClr>
                </a:solidFill>
                <a:effectLst/>
                <a:latin typeface="Times New Roman" panose="02020603050405020304" pitchFamily="18" charset="0"/>
                <a:ea typeface="Calibri" panose="020F0502020204030204" pitchFamily="34" charset="0"/>
              </a:rPr>
              <a:t>nhánh</a:t>
            </a:r>
            <a:r>
              <a:rPr lang="vi-VN" sz="2200" dirty="0">
                <a:solidFill>
                  <a:schemeClr val="bg1">
                    <a:lumMod val="95000"/>
                  </a:schemeClr>
                </a:solidFill>
                <a:effectLst/>
                <a:latin typeface="Times New Roman" panose="02020603050405020304" pitchFamily="18" charset="0"/>
                <a:ea typeface="Calibri" panose="020F0502020204030204" pitchFamily="34"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rPr>
              <a:t>vào</a:t>
            </a:r>
            <a:r>
              <a:rPr lang="vi-VN" sz="2200" dirty="0">
                <a:solidFill>
                  <a:schemeClr val="bg1">
                    <a:lumMod val="95000"/>
                  </a:schemeClr>
                </a:solidFill>
                <a:effectLst/>
                <a:latin typeface="Times New Roman" panose="02020603050405020304" pitchFamily="18" charset="0"/>
                <a:ea typeface="Calibri" panose="020F0502020204030204" pitchFamily="34"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rPr>
              <a:t>Folder</a:t>
            </a:r>
            <a:r>
              <a:rPr lang="vi-VN" sz="2200" dirty="0">
                <a:solidFill>
                  <a:schemeClr val="bg1">
                    <a:lumMod val="95000"/>
                  </a:schemeClr>
                </a:solidFill>
                <a:effectLst/>
                <a:latin typeface="Times New Roman" panose="02020603050405020304" pitchFamily="18" charset="0"/>
                <a:ea typeface="Calibri" panose="020F0502020204030204" pitchFamily="34"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rPr>
              <a:t>Security</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vi-VN" sz="2200" dirty="0">
                <a:solidFill>
                  <a:schemeClr val="bg1">
                    <a:lumMod val="95000"/>
                  </a:schemeClr>
                </a:solidFill>
                <a:effectLst/>
                <a:latin typeface="Times New Roman" panose="02020603050405020304" pitchFamily="18" charset="0"/>
                <a:ea typeface="Calibri" panose="020F0502020204030204" pitchFamily="34"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rPr>
              <a:t>phần</a:t>
            </a:r>
            <a:r>
              <a:rPr lang="vi-VN" sz="2200" dirty="0">
                <a:solidFill>
                  <a:schemeClr val="bg1">
                    <a:lumMod val="95000"/>
                  </a:schemeClr>
                </a:solidFill>
                <a:effectLst/>
                <a:latin typeface="Times New Roman" panose="02020603050405020304" pitchFamily="18" charset="0"/>
                <a:ea typeface="Calibri" panose="020F0502020204030204" pitchFamily="34"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rPr>
              <a:t>mở</a:t>
            </a:r>
            <a:r>
              <a:rPr lang="vi-VN" sz="2200" dirty="0">
                <a:solidFill>
                  <a:schemeClr val="bg1">
                    <a:lumMod val="95000"/>
                  </a:schemeClr>
                </a:solidFill>
                <a:effectLst/>
                <a:latin typeface="Times New Roman" panose="02020603050405020304" pitchFamily="18" charset="0"/>
                <a:ea typeface="Calibri" panose="020F0502020204030204" pitchFamily="34"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rPr>
              <a:t>rộng</a:t>
            </a:r>
            <a:r>
              <a:rPr lang="vi-VN" sz="2200" dirty="0">
                <a:solidFill>
                  <a:schemeClr val="bg1">
                    <a:lumMod val="95000"/>
                  </a:schemeClr>
                </a:solidFill>
                <a:effectLst/>
                <a:latin typeface="Times New Roman" panose="02020603050405020304" pitchFamily="18" charset="0"/>
                <a:ea typeface="Calibri" panose="020F0502020204030204" pitchFamily="34"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rPr>
              <a:t>của</a:t>
            </a:r>
            <a:r>
              <a:rPr lang="vi-VN" sz="2200" dirty="0">
                <a:solidFill>
                  <a:schemeClr val="bg1">
                    <a:lumMod val="95000"/>
                  </a:schemeClr>
                </a:solidFill>
                <a:effectLst/>
                <a:latin typeface="Times New Roman" panose="02020603050405020304" pitchFamily="18" charset="0"/>
                <a:ea typeface="Calibri" panose="020F0502020204030204" pitchFamily="34"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rPr>
              <a:t>Roles</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vi-VN" sz="2200" dirty="0" err="1">
                <a:solidFill>
                  <a:schemeClr val="bg1">
                    <a:lumMod val="95000"/>
                  </a:schemeClr>
                </a:solidFill>
                <a:effectLst/>
                <a:latin typeface="Times New Roman" panose="02020603050405020304" pitchFamily="18" charset="0"/>
                <a:ea typeface="Calibri" panose="020F0502020204030204" pitchFamily="34" charset="0"/>
              </a:rPr>
              <a:t>Click</a:t>
            </a:r>
            <a:r>
              <a:rPr lang="vi-VN" sz="2200" dirty="0">
                <a:solidFill>
                  <a:schemeClr val="bg1">
                    <a:lumMod val="95000"/>
                  </a:schemeClr>
                </a:solidFill>
                <a:effectLst/>
                <a:latin typeface="Times New Roman" panose="02020603050405020304" pitchFamily="18" charset="0"/>
                <a:ea typeface="Calibri" panose="020F0502020204030204" pitchFamily="34"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rPr>
              <a:t>phải</a:t>
            </a:r>
            <a:r>
              <a:rPr lang="vi-VN" sz="2200" dirty="0">
                <a:solidFill>
                  <a:schemeClr val="bg1">
                    <a:lumMod val="95000"/>
                  </a:schemeClr>
                </a:solidFill>
                <a:effectLst/>
                <a:latin typeface="Times New Roman" panose="02020603050405020304" pitchFamily="18" charset="0"/>
                <a:ea typeface="Calibri" panose="020F0502020204030204" pitchFamily="34"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rPr>
              <a:t>vào</a:t>
            </a:r>
            <a:r>
              <a:rPr lang="vi-VN" sz="2200" dirty="0">
                <a:solidFill>
                  <a:schemeClr val="bg1">
                    <a:lumMod val="95000"/>
                  </a:schemeClr>
                </a:solidFill>
                <a:effectLst/>
                <a:latin typeface="Times New Roman" panose="02020603050405020304" pitchFamily="18" charset="0"/>
                <a:ea typeface="Calibri" panose="020F0502020204030204" pitchFamily="34"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rPr>
              <a:t>Database</a:t>
            </a:r>
            <a:r>
              <a:rPr lang="vi-VN" sz="2200" dirty="0">
                <a:solidFill>
                  <a:schemeClr val="bg1">
                    <a:lumMod val="95000"/>
                  </a:schemeClr>
                </a:solidFill>
                <a:effectLst/>
                <a:latin typeface="Times New Roman" panose="02020603050405020304" pitchFamily="18" charset="0"/>
                <a:ea typeface="Calibri" panose="020F0502020204030204" pitchFamily="34"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rPr>
              <a:t>Roles</a:t>
            </a:r>
            <a:r>
              <a:rPr lang="vi-VN" sz="2200" dirty="0">
                <a:solidFill>
                  <a:schemeClr val="bg1">
                    <a:lumMod val="95000"/>
                  </a:schemeClr>
                </a:solidFill>
                <a:effectLst/>
                <a:latin typeface="Times New Roman" panose="02020603050405020304" pitchFamily="18" charset="0"/>
                <a:ea typeface="Calibri" panose="020F0502020204030204" pitchFamily="34"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rPr>
              <a:t>và</a:t>
            </a:r>
            <a:r>
              <a:rPr lang="vi-VN" sz="2200" dirty="0">
                <a:solidFill>
                  <a:schemeClr val="bg1">
                    <a:lumMod val="95000"/>
                  </a:schemeClr>
                </a:solidFill>
                <a:effectLst/>
                <a:latin typeface="Times New Roman" panose="02020603050405020304" pitchFamily="18" charset="0"/>
                <a:ea typeface="Calibri" panose="020F0502020204030204" pitchFamily="34"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rPr>
              <a:t>tạo</a:t>
            </a:r>
            <a:r>
              <a:rPr lang="vi-VN" sz="2200" dirty="0">
                <a:solidFill>
                  <a:schemeClr val="bg1">
                    <a:lumMod val="95000"/>
                  </a:schemeClr>
                </a:solidFill>
                <a:effectLst/>
                <a:latin typeface="Times New Roman" panose="02020603050405020304" pitchFamily="18" charset="0"/>
                <a:ea typeface="Calibri" panose="020F0502020204030204" pitchFamily="34"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rPr>
              <a:t>mới</a:t>
            </a:r>
            <a:r>
              <a:rPr lang="vi-VN" sz="2200" dirty="0">
                <a:solidFill>
                  <a:schemeClr val="bg1">
                    <a:lumMod val="95000"/>
                  </a:schemeClr>
                </a:solidFill>
                <a:effectLst/>
                <a:latin typeface="Times New Roman" panose="02020603050405020304" pitchFamily="18" charset="0"/>
                <a:ea typeface="Calibri" panose="020F0502020204030204" pitchFamily="34" charset="0"/>
              </a:rPr>
              <a:t> 1 </a:t>
            </a:r>
            <a:r>
              <a:rPr lang="vi-VN" sz="2200" dirty="0" err="1">
                <a:solidFill>
                  <a:schemeClr val="bg1">
                    <a:lumMod val="95000"/>
                  </a:schemeClr>
                </a:solidFill>
                <a:effectLst/>
                <a:latin typeface="Times New Roman" panose="02020603050405020304" pitchFamily="18" charset="0"/>
                <a:ea typeface="Calibri" panose="020F0502020204030204" pitchFamily="34" charset="0"/>
              </a:rPr>
              <a:t>New</a:t>
            </a:r>
            <a:r>
              <a:rPr lang="vi-VN" sz="2200" dirty="0">
                <a:solidFill>
                  <a:schemeClr val="bg1">
                    <a:lumMod val="95000"/>
                  </a:schemeClr>
                </a:solidFill>
                <a:effectLst/>
                <a:latin typeface="Times New Roman" panose="02020603050405020304" pitchFamily="18" charset="0"/>
                <a:ea typeface="Calibri" panose="020F0502020204030204" pitchFamily="34"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rPr>
              <a:t>Database</a:t>
            </a:r>
            <a:r>
              <a:rPr lang="vi-VN" sz="2200" dirty="0">
                <a:solidFill>
                  <a:schemeClr val="bg1">
                    <a:lumMod val="95000"/>
                  </a:schemeClr>
                </a:solidFill>
                <a:effectLst/>
                <a:latin typeface="Times New Roman" panose="02020603050405020304" pitchFamily="18" charset="0"/>
                <a:ea typeface="Calibri" panose="020F0502020204030204" pitchFamily="34"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rPr>
              <a:t>Roles</a:t>
            </a:r>
            <a:r>
              <a:rPr lang="vi-VN" sz="2200" dirty="0">
                <a:solidFill>
                  <a:schemeClr val="bg1">
                    <a:lumMod val="95000"/>
                  </a:schemeClr>
                </a:solidFill>
                <a:effectLst/>
                <a:latin typeface="Times New Roman" panose="02020603050405020304" pitchFamily="18" charset="0"/>
                <a:ea typeface="Calibri" panose="020F0502020204030204" pitchFamily="34" charset="0"/>
              </a:rPr>
              <a:t> </a:t>
            </a:r>
            <a:endParaRPr lang="en-US" sz="22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1196">
            <a:extLst>
              <a:ext uri="{FF2B5EF4-FFF2-40B4-BE49-F238E27FC236}">
                <a16:creationId xmlns:a16="http://schemas.microsoft.com/office/drawing/2014/main" id="{E01F0A0A-4DE6-2501-5B0D-5F77BB5C02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5917216" y="640080"/>
            <a:ext cx="4377879" cy="5577840"/>
          </a:xfrm>
          <a:prstGeom prst="rect">
            <a:avLst/>
          </a:prstGeom>
          <a:noFill/>
        </p:spPr>
      </p:pic>
    </p:spTree>
    <p:extLst>
      <p:ext uri="{BB962C8B-B14F-4D97-AF65-F5344CB8AC3E}">
        <p14:creationId xmlns:p14="http://schemas.microsoft.com/office/powerpoint/2010/main" val="4768244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E1D69F31-27C6-AA42-424F-860A8ED63414}"/>
              </a:ext>
            </a:extLst>
          </p:cNvPr>
          <p:cNvSpPr>
            <a:spLocks noGrp="1"/>
          </p:cNvSpPr>
          <p:nvPr>
            <p:ph type="title"/>
          </p:nvPr>
        </p:nvSpPr>
        <p:spPr>
          <a:xfrm>
            <a:off x="630936" y="639520"/>
            <a:ext cx="3429000" cy="1719072"/>
          </a:xfrm>
        </p:spPr>
        <p:txBody>
          <a:bodyPr anchor="b">
            <a:normAutofit/>
          </a:bodyPr>
          <a:lstStyle/>
          <a:p>
            <a:r>
              <a:rPr lang="vi-VN"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Bước </a:t>
            </a:r>
            <a:r>
              <a:rPr lang="en-US"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5</a:t>
            </a:r>
            <a:r>
              <a:rPr lang="vi-VN"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5400" dirty="0">
              <a:solidFill>
                <a:schemeClr val="bg1">
                  <a:lumMod val="95000"/>
                </a:schemeClr>
              </a:solidFill>
            </a:endParaRPr>
          </a:p>
        </p:txBody>
      </p:sp>
      <p:sp>
        <p:nvSpPr>
          <p:cNvPr id="7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hỗ dành sẵn cho Nội dung 2">
            <a:extLst>
              <a:ext uri="{FF2B5EF4-FFF2-40B4-BE49-F238E27FC236}">
                <a16:creationId xmlns:a16="http://schemas.microsoft.com/office/drawing/2014/main" id="{7A226E85-F541-4B21-D295-810D5E84DCD9}"/>
              </a:ext>
            </a:extLst>
          </p:cNvPr>
          <p:cNvSpPr>
            <a:spLocks noGrp="1"/>
          </p:cNvSpPr>
          <p:nvPr>
            <p:ph idx="1"/>
          </p:nvPr>
        </p:nvSpPr>
        <p:spPr>
          <a:xfrm>
            <a:off x="630936" y="2807208"/>
            <a:ext cx="3429000" cy="3410712"/>
          </a:xfrm>
        </p:spPr>
        <p:txBody>
          <a:bodyPr anchor="t">
            <a:normAutofit/>
          </a:bodyPr>
          <a:lstStyle/>
          <a:p>
            <a:pPr marL="0" marR="0" indent="0">
              <a:spcBef>
                <a:spcPts val="0"/>
              </a:spcBef>
              <a:spcAft>
                <a:spcPts val="800"/>
              </a:spcAft>
              <a:buNone/>
              <a:tabLst>
                <a:tab pos="4105275" algn="l"/>
              </a:tabLst>
            </a:pP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Thiết</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lập</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quyền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cho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Roles</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Name</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2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800"/>
              </a:spcAft>
              <a:buNone/>
              <a:tabLst>
                <a:tab pos="4105275" algn="l"/>
              </a:tabLst>
            </a:pP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Tạo</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tài</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khoản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đăng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nhập</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và</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phân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quyền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theo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nhóm</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quyền</a:t>
            </a:r>
            <a:endParaRPr lang="en-US" sz="22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800"/>
              </a:spcAft>
              <a:buNone/>
              <a:tabLst>
                <a:tab pos="4105275" algn="l"/>
              </a:tabLst>
            </a:pP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1197">
            <a:extLst>
              <a:ext uri="{FF2B5EF4-FFF2-40B4-BE49-F238E27FC236}">
                <a16:creationId xmlns:a16="http://schemas.microsoft.com/office/drawing/2014/main" id="{85948088-35FE-916B-4912-7F3AD98AA7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4909686" y="640080"/>
            <a:ext cx="6392940" cy="5577840"/>
          </a:xfrm>
          <a:prstGeom prst="rect">
            <a:avLst/>
          </a:prstGeom>
          <a:noFill/>
        </p:spPr>
      </p:pic>
    </p:spTree>
    <p:extLst>
      <p:ext uri="{BB962C8B-B14F-4D97-AF65-F5344CB8AC3E}">
        <p14:creationId xmlns:p14="http://schemas.microsoft.com/office/powerpoint/2010/main" val="26158767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Chỗ dành sẵn cho Nội dung 4" descr="Ảnh có chứa văn bản, người&#10;&#10;Mô tả được tạo tự động">
            <a:extLst>
              <a:ext uri="{FF2B5EF4-FFF2-40B4-BE49-F238E27FC236}">
                <a16:creationId xmlns:a16="http://schemas.microsoft.com/office/drawing/2014/main" id="{BF51EBC2-9256-E0BE-7209-3E4D2C469174}"/>
              </a:ext>
            </a:extLst>
          </p:cNvPr>
          <p:cNvPicPr>
            <a:picLocks noGrp="1" noChangeAspect="1"/>
          </p:cNvPicPr>
          <p:nvPr>
            <p:ph idx="1"/>
          </p:nvPr>
        </p:nvPicPr>
        <p:blipFill rotWithShape="1">
          <a:blip r:embed="rId2">
            <a:alphaModFix amt="50000"/>
            <a:extLst>
              <a:ext uri="{28A0092B-C50C-407E-A947-70E740481C1C}">
                <a14:useLocalDpi xmlns:a14="http://schemas.microsoft.com/office/drawing/2010/main" val="0"/>
              </a:ext>
            </a:extLst>
          </a:blip>
          <a:srcRect t="22445" r="-1" b="743"/>
          <a:stretch/>
        </p:blipFill>
        <p:spPr>
          <a:xfrm>
            <a:off x="20" y="10"/>
            <a:ext cx="12188930" cy="6857990"/>
          </a:xfrm>
          <a:prstGeom prst="rect">
            <a:avLst/>
          </a:prstGeom>
        </p:spPr>
      </p:pic>
      <p:sp>
        <p:nvSpPr>
          <p:cNvPr id="2" name="Tiêu đề 1">
            <a:extLst>
              <a:ext uri="{FF2B5EF4-FFF2-40B4-BE49-F238E27FC236}">
                <a16:creationId xmlns:a16="http://schemas.microsoft.com/office/drawing/2014/main" id="{4867ECBD-77F2-1310-EA83-59F1D8511436}"/>
              </a:ext>
            </a:extLst>
          </p:cNvPr>
          <p:cNvSpPr>
            <a:spLocks noGrp="1"/>
          </p:cNvSpPr>
          <p:nvPr>
            <p:ph type="title"/>
          </p:nvPr>
        </p:nvSpPr>
        <p:spPr>
          <a:xfrm>
            <a:off x="1524000" y="1122362"/>
            <a:ext cx="9144000" cy="3846801"/>
          </a:xfrm>
          <a:ln>
            <a:noFill/>
          </a:ln>
        </p:spPr>
        <p:txBody>
          <a:bodyPr vert="horz" lIns="91440" tIns="45720" rIns="91440" bIns="45720" rtlCol="0" anchor="b">
            <a:noAutofit/>
          </a:bodyPr>
          <a:lstStyle/>
          <a:p>
            <a:pPr algn="ctr"/>
            <a:r>
              <a:rPr lang="en-US" sz="6600" dirty="0">
                <a:ln>
                  <a:solidFill>
                    <a:schemeClr val="bg1"/>
                  </a:solidFill>
                </a:ln>
                <a:solidFill>
                  <a:srgbClr val="FFFFFF"/>
                </a:solidFill>
              </a:rPr>
              <a:t>III.</a:t>
            </a:r>
            <a:r>
              <a:rPr lang="en-US" sz="6600" dirty="0">
                <a:ln>
                  <a:solidFill>
                    <a:schemeClr val="bg1"/>
                  </a:solidFill>
                </a:ln>
                <a:solidFill>
                  <a:srgbClr val="FFFFFF"/>
                </a:solidFill>
                <a:effectLst/>
              </a:rPr>
              <a:t> </a:t>
            </a:r>
            <a:r>
              <a:rPr lang="vi-VN" sz="6600" dirty="0">
                <a:ln>
                  <a:solidFill>
                    <a:schemeClr val="bg1"/>
                  </a:solidFill>
                </a:ln>
                <a:effectLst/>
                <a:latin typeface="Times New Roman" panose="02020603050405020304" pitchFamily="18" charset="0"/>
                <a:ea typeface="Calibri" panose="020F0502020204030204" pitchFamily="34" charset="0"/>
                <a:cs typeface="Times New Roman" panose="02020603050405020304" pitchFamily="18" charset="0"/>
              </a:rPr>
              <a:t>GIỚI THIỆU NGÔN NGỮ, TOOL..PHẦN MỀM, CÔNG NGHỆ SỬ DỤNG CHO ĐỒ ÁN</a:t>
            </a:r>
            <a:endParaRPr lang="en-US" sz="6600" dirty="0">
              <a:ln>
                <a:solidFill>
                  <a:schemeClr val="bg1"/>
                </a:solidFill>
              </a:ln>
              <a:solidFill>
                <a:srgbClr val="FFFFFF"/>
              </a:solidFill>
            </a:endParaRPr>
          </a:p>
        </p:txBody>
      </p:sp>
      <p:sp>
        <p:nvSpPr>
          <p:cNvPr id="17"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rgbClr val="FFFFFF">
                <a:alpha val="75000"/>
              </a:srgb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5440746"/>
      </p:ext>
    </p:extLst>
  </p:cSld>
  <p:clrMapOvr>
    <a:overrideClrMapping bg1="dk1" tx1="lt1" bg2="dk2" tx2="lt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D8CD5A11-6C61-1075-F429-DC8C979DD1F9}"/>
              </a:ext>
            </a:extLst>
          </p:cNvPr>
          <p:cNvSpPr>
            <a:spLocks noGrp="1"/>
          </p:cNvSpPr>
          <p:nvPr>
            <p:ph type="title"/>
          </p:nvPr>
        </p:nvSpPr>
        <p:spPr>
          <a:xfrm>
            <a:off x="640080" y="325369"/>
            <a:ext cx="4368602" cy="1956841"/>
          </a:xfrm>
        </p:spPr>
        <p:txBody>
          <a:bodyPr anchor="ctr">
            <a:normAutofit/>
          </a:bodyPr>
          <a:lstStyle/>
          <a:p>
            <a:pPr marL="342900" marR="0" lvl="0" indent="-342900">
              <a:spcBef>
                <a:spcPts val="0"/>
              </a:spcBef>
              <a:spcAft>
                <a:spcPts val="800"/>
              </a:spcAft>
              <a:buFont typeface="+mj-lt"/>
              <a:buAutoNum type="arabicPeriod"/>
              <a:tabLst>
                <a:tab pos="4105275" algn="l"/>
              </a:tabLst>
            </a:pPr>
            <a:r>
              <a:rPr lang="vi-VN" sz="4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Giới</a:t>
            </a:r>
            <a:r>
              <a:rPr lang="vi-VN" sz="4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4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thiệu</a:t>
            </a:r>
            <a:r>
              <a:rPr lang="vi-VN" sz="4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ngôn </a:t>
            </a:r>
            <a:r>
              <a:rPr lang="vi-VN" sz="4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ngữ</a:t>
            </a:r>
            <a:r>
              <a:rPr lang="vi-VN" sz="4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4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4200" dirty="0">
                <a:solidFill>
                  <a:schemeClr val="bg1">
                    <a:lumMod val="95000"/>
                  </a:schemeClr>
                </a:solidFill>
                <a:effectLst/>
                <a:latin typeface="Times New Roman" panose="02020603050405020304" pitchFamily="18" charset="0"/>
                <a:ea typeface="Calibri" panose="020F0502020204030204" pitchFamily="34" charset="0"/>
              </a:rPr>
              <a:t>C </a:t>
            </a:r>
            <a:r>
              <a:rPr lang="vi-VN" sz="4200" dirty="0" err="1">
                <a:solidFill>
                  <a:schemeClr val="bg1">
                    <a:lumMod val="95000"/>
                  </a:schemeClr>
                </a:solidFill>
                <a:effectLst/>
                <a:latin typeface="Times New Roman" panose="02020603050405020304" pitchFamily="18" charset="0"/>
                <a:ea typeface="Calibri" panose="020F0502020204030204" pitchFamily="34" charset="0"/>
              </a:rPr>
              <a:t>Sharp</a:t>
            </a:r>
            <a:r>
              <a:rPr lang="vi-VN" sz="4200" dirty="0">
                <a:solidFill>
                  <a:schemeClr val="bg1">
                    <a:lumMod val="95000"/>
                  </a:schemeClr>
                </a:solidFill>
                <a:effectLst/>
                <a:latin typeface="Times New Roman" panose="02020603050405020304" pitchFamily="18" charset="0"/>
                <a:ea typeface="Calibri" panose="020F0502020204030204" pitchFamily="34" charset="0"/>
              </a:rPr>
              <a:t>(C#)</a:t>
            </a:r>
            <a:endParaRPr lang="en-US" sz="42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E3C2CEC0-1CE6-C913-CBF7-3CB8668FCCA0}"/>
              </a:ext>
            </a:extLst>
          </p:cNvPr>
          <p:cNvSpPr>
            <a:spLocks noGrp="1"/>
          </p:cNvSpPr>
          <p:nvPr>
            <p:ph idx="1"/>
          </p:nvPr>
        </p:nvSpPr>
        <p:spPr>
          <a:xfrm>
            <a:off x="640080" y="2872899"/>
            <a:ext cx="4243589" cy="3320668"/>
          </a:xfrm>
        </p:spPr>
        <p:txBody>
          <a:bodyPr>
            <a:normAutofit/>
          </a:bodyPr>
          <a:lstStyle/>
          <a:p>
            <a:pPr marL="0" indent="0">
              <a:buNone/>
            </a:pPr>
            <a:r>
              <a:rPr lang="en-US" sz="1800" dirty="0">
                <a:solidFill>
                  <a:schemeClr val="bg1">
                    <a:lumMod val="95000"/>
                  </a:schemeClr>
                </a:solidFill>
                <a:latin typeface="Times New Roman" panose="02020603050405020304" pitchFamily="18" charset="0"/>
                <a:ea typeface="Calibri" panose="020F0502020204030204" pitchFamily="34" charset="0"/>
              </a:rPr>
              <a:t>N</a:t>
            </a:r>
            <a:r>
              <a:rPr lang="vi-VN" sz="1800" dirty="0" err="1">
                <a:solidFill>
                  <a:schemeClr val="bg1">
                    <a:lumMod val="95000"/>
                  </a:schemeClr>
                </a:solidFill>
                <a:effectLst/>
                <a:latin typeface="Times New Roman" panose="02020603050405020304" pitchFamily="18" charset="0"/>
                <a:ea typeface="Calibri" panose="020F0502020204030204" pitchFamily="34" charset="0"/>
              </a:rPr>
              <a:t>gôn</a:t>
            </a:r>
            <a:r>
              <a:rPr lang="vi-VN" sz="1800" dirty="0">
                <a:solidFill>
                  <a:schemeClr val="bg1">
                    <a:lumMod val="95000"/>
                  </a:schemeClr>
                </a:solidFill>
                <a:effectLst/>
                <a:latin typeface="Times New Roman" panose="02020603050405020304" pitchFamily="18" charset="0"/>
                <a:ea typeface="Calibri" panose="020F0502020204030204" pitchFamily="34"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ngữ</a:t>
            </a:r>
            <a:r>
              <a:rPr lang="vi-VN" sz="1800" dirty="0">
                <a:solidFill>
                  <a:schemeClr val="bg1">
                    <a:lumMod val="95000"/>
                  </a:schemeClr>
                </a:solidFill>
                <a:effectLst/>
                <a:latin typeface="Times New Roman" panose="02020603050405020304" pitchFamily="18" charset="0"/>
                <a:ea typeface="Calibri" panose="020F0502020204030204" pitchFamily="34"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lập</a:t>
            </a:r>
            <a:r>
              <a:rPr lang="vi-VN" sz="1800" dirty="0">
                <a:solidFill>
                  <a:schemeClr val="bg1">
                    <a:lumMod val="95000"/>
                  </a:schemeClr>
                </a:solidFill>
                <a:effectLst/>
                <a:latin typeface="Times New Roman" panose="02020603050405020304" pitchFamily="18" charset="0"/>
                <a:ea typeface="Calibri" panose="020F0502020204030204" pitchFamily="34"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trình</a:t>
            </a:r>
            <a:r>
              <a:rPr lang="vi-VN" sz="1800" dirty="0">
                <a:solidFill>
                  <a:schemeClr val="bg1">
                    <a:lumMod val="95000"/>
                  </a:schemeClr>
                </a:solidFill>
                <a:effectLst/>
                <a:latin typeface="Times New Roman" panose="02020603050405020304" pitchFamily="18" charset="0"/>
                <a:ea typeface="Calibri" panose="020F0502020204030204" pitchFamily="34"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hướng</a:t>
            </a:r>
            <a:r>
              <a:rPr lang="vi-VN" sz="1800" dirty="0">
                <a:solidFill>
                  <a:schemeClr val="bg1">
                    <a:lumMod val="95000"/>
                  </a:schemeClr>
                </a:solidFill>
                <a:effectLst/>
                <a:latin typeface="Times New Roman" panose="02020603050405020304" pitchFamily="18" charset="0"/>
                <a:ea typeface="Calibri" panose="020F0502020204030204" pitchFamily="34"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đối</a:t>
            </a:r>
            <a:r>
              <a:rPr lang="vi-VN" sz="1800" dirty="0">
                <a:solidFill>
                  <a:schemeClr val="bg1">
                    <a:lumMod val="95000"/>
                  </a:schemeClr>
                </a:solidFill>
                <a:effectLst/>
                <a:latin typeface="Times New Roman" panose="02020603050405020304" pitchFamily="18" charset="0"/>
                <a:ea typeface="Calibri" panose="020F0502020204030204" pitchFamily="34"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tượng</a:t>
            </a:r>
            <a:r>
              <a:rPr lang="vi-VN" sz="1800" dirty="0">
                <a:solidFill>
                  <a:schemeClr val="bg1">
                    <a:lumMod val="95000"/>
                  </a:schemeClr>
                </a:solidFill>
                <a:effectLst/>
                <a:latin typeface="Times New Roman" panose="02020603050405020304" pitchFamily="18" charset="0"/>
                <a:ea typeface="Calibri" panose="020F0502020204030204" pitchFamily="34"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mạnh</a:t>
            </a:r>
            <a:r>
              <a:rPr lang="vi-VN" sz="1800" dirty="0">
                <a:solidFill>
                  <a:schemeClr val="bg1">
                    <a:lumMod val="95000"/>
                  </a:schemeClr>
                </a:solidFill>
                <a:effectLst/>
                <a:latin typeface="Times New Roman" panose="02020603050405020304" pitchFamily="18" charset="0"/>
                <a:ea typeface="Calibri" panose="020F0502020204030204" pitchFamily="34"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mẽ</a:t>
            </a:r>
            <a:r>
              <a:rPr lang="vi-VN" sz="1800" dirty="0">
                <a:solidFill>
                  <a:schemeClr val="bg1">
                    <a:lumMod val="95000"/>
                  </a:schemeClr>
                </a:solidFill>
                <a:effectLst/>
                <a:latin typeface="Times New Roman" panose="02020603050405020304" pitchFamily="18" charset="0"/>
                <a:ea typeface="Calibri" panose="020F0502020204030204" pitchFamily="34"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và</a:t>
            </a:r>
            <a:r>
              <a:rPr lang="vi-VN" sz="1800" dirty="0">
                <a:solidFill>
                  <a:schemeClr val="bg1">
                    <a:lumMod val="95000"/>
                  </a:schemeClr>
                </a:solidFill>
                <a:effectLst/>
                <a:latin typeface="Times New Roman" panose="02020603050405020304" pitchFamily="18" charset="0"/>
                <a:ea typeface="Calibri" panose="020F0502020204030204" pitchFamily="34" charset="0"/>
              </a:rPr>
              <a:t> đa năng. </a:t>
            </a:r>
            <a:endParaRPr lang="en-US" sz="1800" dirty="0">
              <a:solidFill>
                <a:schemeClr val="bg1">
                  <a:lumMod val="95000"/>
                </a:schemeClr>
              </a:solidFill>
              <a:effectLst/>
              <a:latin typeface="Times New Roman" panose="02020603050405020304" pitchFamily="18" charset="0"/>
              <a:ea typeface="Calibri" panose="020F0502020204030204" pitchFamily="34" charset="0"/>
            </a:endParaRPr>
          </a:p>
          <a:p>
            <a:pPr marL="0" indent="0">
              <a:buNone/>
            </a:pPr>
            <a:r>
              <a:rPr lang="vi-VN" sz="1800" dirty="0" err="1">
                <a:solidFill>
                  <a:schemeClr val="bg1">
                    <a:lumMod val="95000"/>
                  </a:schemeClr>
                </a:solidFill>
                <a:effectLst/>
                <a:latin typeface="Times New Roman" panose="02020603050405020304" pitchFamily="18" charset="0"/>
                <a:ea typeface="Calibri" panose="020F0502020204030204" pitchFamily="34" charset="0"/>
              </a:rPr>
              <a:t>Được</a:t>
            </a:r>
            <a:r>
              <a:rPr lang="vi-VN" sz="1800" dirty="0">
                <a:solidFill>
                  <a:schemeClr val="bg1">
                    <a:lumMod val="95000"/>
                  </a:schemeClr>
                </a:solidFill>
                <a:effectLst/>
                <a:latin typeface="Times New Roman" panose="02020603050405020304" pitchFamily="18" charset="0"/>
                <a:ea typeface="Calibri" panose="020F0502020204030204" pitchFamily="34"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phát</a:t>
            </a:r>
            <a:r>
              <a:rPr lang="vi-VN" sz="1800" dirty="0">
                <a:solidFill>
                  <a:schemeClr val="bg1">
                    <a:lumMod val="95000"/>
                  </a:schemeClr>
                </a:solidFill>
                <a:effectLst/>
                <a:latin typeface="Times New Roman" panose="02020603050405020304" pitchFamily="18" charset="0"/>
                <a:ea typeface="Calibri" panose="020F0502020204030204" pitchFamily="34"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triển</a:t>
            </a:r>
            <a:r>
              <a:rPr lang="vi-VN" sz="1800" dirty="0">
                <a:solidFill>
                  <a:schemeClr val="bg1">
                    <a:lumMod val="95000"/>
                  </a:schemeClr>
                </a:solidFill>
                <a:effectLst/>
                <a:latin typeface="Times New Roman" panose="02020603050405020304" pitchFamily="18" charset="0"/>
                <a:ea typeface="Calibri" panose="020F0502020204030204" pitchFamily="34"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bởi</a:t>
            </a:r>
            <a:r>
              <a:rPr lang="vi-VN" sz="1800" dirty="0">
                <a:solidFill>
                  <a:schemeClr val="bg1">
                    <a:lumMod val="95000"/>
                  </a:schemeClr>
                </a:solidFill>
                <a:effectLst/>
                <a:latin typeface="Times New Roman" panose="02020603050405020304" pitchFamily="18" charset="0"/>
                <a:ea typeface="Calibri" panose="020F0502020204030204" pitchFamily="34" charset="0"/>
              </a:rPr>
              <a:t> Microsoft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vào</a:t>
            </a:r>
            <a:r>
              <a:rPr lang="vi-VN" sz="1800" dirty="0">
                <a:solidFill>
                  <a:schemeClr val="bg1">
                    <a:lumMod val="95000"/>
                  </a:schemeClr>
                </a:solidFill>
                <a:effectLst/>
                <a:latin typeface="Times New Roman" panose="02020603050405020304" pitchFamily="18" charset="0"/>
                <a:ea typeface="Calibri" panose="020F0502020204030204" pitchFamily="34" charset="0"/>
              </a:rPr>
              <a:t> năm 2000.</a:t>
            </a:r>
            <a:endParaRPr lang="en-US" sz="1800" dirty="0">
              <a:solidFill>
                <a:schemeClr val="bg1">
                  <a:lumMod val="95000"/>
                </a:schemeClr>
              </a:solidFill>
              <a:latin typeface="Times New Roman" panose="02020603050405020304" pitchFamily="18" charset="0"/>
              <a:ea typeface="Calibri" panose="020F0502020204030204" pitchFamily="34" charset="0"/>
            </a:endParaRPr>
          </a:p>
          <a:p>
            <a:pPr marL="0" indent="0">
              <a:buNone/>
            </a:pPr>
            <a:r>
              <a:rPr lang="vi-VN" sz="1800" dirty="0">
                <a:solidFill>
                  <a:schemeClr val="bg1">
                    <a:lumMod val="95000"/>
                  </a:schemeClr>
                </a:solidFill>
                <a:effectLst/>
                <a:latin typeface="Times New Roman" panose="02020603050405020304" pitchFamily="18" charset="0"/>
                <a:ea typeface="Calibri" panose="020F0502020204030204" pitchFamily="34" charset="0"/>
              </a:rPr>
              <a:t>Microsoft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phát</a:t>
            </a:r>
            <a:r>
              <a:rPr lang="vi-VN" sz="1800" dirty="0">
                <a:solidFill>
                  <a:schemeClr val="bg1">
                    <a:lumMod val="95000"/>
                  </a:schemeClr>
                </a:solidFill>
                <a:effectLst/>
                <a:latin typeface="Times New Roman" panose="02020603050405020304" pitchFamily="18" charset="0"/>
                <a:ea typeface="Calibri" panose="020F0502020204030204" pitchFamily="34"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triển</a:t>
            </a:r>
            <a:r>
              <a:rPr lang="vi-VN" sz="1800" dirty="0">
                <a:solidFill>
                  <a:schemeClr val="bg1">
                    <a:lumMod val="95000"/>
                  </a:schemeClr>
                </a:solidFill>
                <a:effectLst/>
                <a:latin typeface="Times New Roman" panose="02020603050405020304" pitchFamily="18" charset="0"/>
                <a:ea typeface="Calibri" panose="020F0502020204030204" pitchFamily="34" charset="0"/>
              </a:rPr>
              <a:t> C#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dựa</a:t>
            </a:r>
            <a:r>
              <a:rPr lang="vi-VN" sz="1800" dirty="0">
                <a:solidFill>
                  <a:schemeClr val="bg1">
                    <a:lumMod val="95000"/>
                  </a:schemeClr>
                </a:solidFill>
                <a:effectLst/>
                <a:latin typeface="Times New Roman" panose="02020603050405020304" pitchFamily="18" charset="0"/>
                <a:ea typeface="Calibri" panose="020F0502020204030204" pitchFamily="34" charset="0"/>
              </a:rPr>
              <a:t> trên C++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và</a:t>
            </a:r>
            <a:r>
              <a:rPr lang="vi-VN" sz="1800" dirty="0">
                <a:solidFill>
                  <a:schemeClr val="bg1">
                    <a:lumMod val="95000"/>
                  </a:schemeClr>
                </a:solidFill>
                <a:effectLst/>
                <a:latin typeface="Times New Roman" panose="02020603050405020304" pitchFamily="18" charset="0"/>
                <a:ea typeface="Calibri" panose="020F0502020204030204" pitchFamily="34"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Java</a:t>
            </a:r>
            <a:r>
              <a:rPr lang="vi-VN" sz="1800" dirty="0">
                <a:solidFill>
                  <a:schemeClr val="bg1">
                    <a:lumMod val="95000"/>
                  </a:schemeClr>
                </a:solidFill>
                <a:effectLst/>
                <a:latin typeface="Times New Roman" panose="02020603050405020304" pitchFamily="18" charset="0"/>
                <a:ea typeface="Calibri" panose="020F0502020204030204" pitchFamily="34"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và</a:t>
            </a:r>
            <a:r>
              <a:rPr lang="vi-VN" sz="1800" dirty="0">
                <a:solidFill>
                  <a:schemeClr val="bg1">
                    <a:lumMod val="95000"/>
                  </a:schemeClr>
                </a:solidFill>
                <a:effectLst/>
                <a:latin typeface="Times New Roman" panose="02020603050405020304" pitchFamily="18" charset="0"/>
                <a:ea typeface="Calibri" panose="020F0502020204030204" pitchFamily="34" charset="0"/>
              </a:rPr>
              <a:t> C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Sharp</a:t>
            </a:r>
            <a:r>
              <a:rPr lang="vi-VN" sz="1800" dirty="0">
                <a:solidFill>
                  <a:schemeClr val="bg1">
                    <a:lumMod val="95000"/>
                  </a:schemeClr>
                </a:solidFill>
                <a:effectLst/>
                <a:latin typeface="Times New Roman" panose="02020603050405020304" pitchFamily="18" charset="0"/>
                <a:ea typeface="Calibri" panose="020F0502020204030204" pitchFamily="34"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cũng</a:t>
            </a:r>
            <a:r>
              <a:rPr lang="vi-VN" sz="1800" dirty="0">
                <a:solidFill>
                  <a:schemeClr val="bg1">
                    <a:lumMod val="95000"/>
                  </a:schemeClr>
                </a:solidFill>
                <a:effectLst/>
                <a:latin typeface="Times New Roman" panose="02020603050405020304" pitchFamily="18" charset="0"/>
                <a:ea typeface="Calibri" panose="020F0502020204030204" pitchFamily="34"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được</a:t>
            </a:r>
            <a:r>
              <a:rPr lang="vi-VN" sz="1800" dirty="0">
                <a:solidFill>
                  <a:schemeClr val="bg1">
                    <a:lumMod val="95000"/>
                  </a:schemeClr>
                </a:solidFill>
                <a:effectLst/>
                <a:latin typeface="Times New Roman" panose="02020603050405020304" pitchFamily="18" charset="0"/>
                <a:ea typeface="Calibri" panose="020F0502020204030204" pitchFamily="34" charset="0"/>
              </a:rPr>
              <a:t> xem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là</a:t>
            </a:r>
            <a:r>
              <a:rPr lang="vi-VN" sz="1800" dirty="0">
                <a:solidFill>
                  <a:schemeClr val="bg1">
                    <a:lumMod val="95000"/>
                  </a:schemeClr>
                </a:solidFill>
                <a:effectLst/>
                <a:latin typeface="Times New Roman" panose="02020603050405020304" pitchFamily="18" charset="0"/>
                <a:ea typeface="Calibri" panose="020F0502020204030204" pitchFamily="34" charset="0"/>
              </a:rPr>
              <a:t> ngôn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ngữ</a:t>
            </a:r>
            <a:r>
              <a:rPr lang="vi-VN" sz="1800" dirty="0">
                <a:solidFill>
                  <a:schemeClr val="bg1">
                    <a:lumMod val="95000"/>
                  </a:schemeClr>
                </a:solidFill>
                <a:effectLst/>
                <a:latin typeface="Times New Roman" panose="02020603050405020304" pitchFamily="18" charset="0"/>
                <a:ea typeface="Calibri" panose="020F0502020204030204" pitchFamily="34" charset="0"/>
              </a:rPr>
              <a:t> cân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bằng</a:t>
            </a:r>
            <a:r>
              <a:rPr lang="vi-VN" sz="1800" dirty="0">
                <a:solidFill>
                  <a:schemeClr val="bg1">
                    <a:lumMod val="95000"/>
                  </a:schemeClr>
                </a:solidFill>
                <a:effectLst/>
                <a:latin typeface="Times New Roman" panose="02020603050405020304" pitchFamily="18" charset="0"/>
                <a:ea typeface="Calibri" panose="020F0502020204030204" pitchFamily="34"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giữa</a:t>
            </a:r>
            <a:r>
              <a:rPr lang="vi-VN" sz="1800" dirty="0">
                <a:solidFill>
                  <a:schemeClr val="bg1">
                    <a:lumMod val="95000"/>
                  </a:schemeClr>
                </a:solidFill>
                <a:effectLst/>
                <a:latin typeface="Times New Roman" panose="02020603050405020304" pitchFamily="18" charset="0"/>
                <a:ea typeface="Calibri" panose="020F0502020204030204" pitchFamily="34" charset="0"/>
              </a:rPr>
              <a:t> C++,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Visual</a:t>
            </a:r>
            <a:r>
              <a:rPr lang="vi-VN" sz="1800" dirty="0">
                <a:solidFill>
                  <a:schemeClr val="bg1">
                    <a:lumMod val="95000"/>
                  </a:schemeClr>
                </a:solidFill>
                <a:effectLst/>
                <a:latin typeface="Times New Roman" panose="02020603050405020304" pitchFamily="18" charset="0"/>
                <a:ea typeface="Calibri" panose="020F0502020204030204" pitchFamily="34"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Basic</a:t>
            </a:r>
            <a:r>
              <a:rPr lang="vi-VN" sz="1800" dirty="0">
                <a:solidFill>
                  <a:schemeClr val="bg1">
                    <a:lumMod val="95000"/>
                  </a:schemeClr>
                </a:solidFill>
                <a:effectLst/>
                <a:latin typeface="Times New Roman" panose="02020603050405020304" pitchFamily="18" charset="0"/>
                <a:ea typeface="Calibri" panose="020F0502020204030204" pitchFamily="34"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Delphi</a:t>
            </a:r>
            <a:r>
              <a:rPr lang="vi-VN" sz="1800" dirty="0">
                <a:solidFill>
                  <a:schemeClr val="bg1">
                    <a:lumMod val="95000"/>
                  </a:schemeClr>
                </a:solidFill>
                <a:effectLst/>
                <a:latin typeface="Times New Roman" panose="02020603050405020304" pitchFamily="18" charset="0"/>
                <a:ea typeface="Calibri" panose="020F0502020204030204" pitchFamily="34"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và</a:t>
            </a:r>
            <a:r>
              <a:rPr lang="vi-VN" sz="1800" dirty="0">
                <a:solidFill>
                  <a:schemeClr val="bg1">
                    <a:lumMod val="95000"/>
                  </a:schemeClr>
                </a:solidFill>
                <a:effectLst/>
                <a:latin typeface="Times New Roman" panose="02020603050405020304" pitchFamily="18" charset="0"/>
                <a:ea typeface="Calibri" panose="020F0502020204030204" pitchFamily="34" charset="0"/>
              </a:rPr>
              <a:t> </a:t>
            </a:r>
            <a:r>
              <a:rPr lang="vi-VN" sz="1800" dirty="0" err="1">
                <a:solidFill>
                  <a:schemeClr val="bg1">
                    <a:lumMod val="95000"/>
                  </a:schemeClr>
                </a:solidFill>
                <a:effectLst/>
                <a:latin typeface="Times New Roman" panose="02020603050405020304" pitchFamily="18" charset="0"/>
                <a:ea typeface="Calibri" panose="020F0502020204030204" pitchFamily="34" charset="0"/>
              </a:rPr>
              <a:t>Java</a:t>
            </a:r>
            <a:r>
              <a:rPr lang="vi-VN" sz="1800" dirty="0">
                <a:solidFill>
                  <a:schemeClr val="bg1">
                    <a:lumMod val="95000"/>
                  </a:schemeClr>
                </a:solidFill>
                <a:effectLst/>
                <a:latin typeface="Times New Roman" panose="02020603050405020304" pitchFamily="18" charset="0"/>
                <a:ea typeface="Calibri" panose="020F0502020204030204" pitchFamily="34" charset="0"/>
              </a:rPr>
              <a:t>.</a:t>
            </a:r>
            <a:endParaRPr lang="en-US" sz="2200" dirty="0">
              <a:solidFill>
                <a:schemeClr val="bg1">
                  <a:lumMod val="95000"/>
                </a:schemeClr>
              </a:solidFill>
            </a:endParaRPr>
          </a:p>
        </p:txBody>
      </p:sp>
      <p:pic>
        <p:nvPicPr>
          <p:cNvPr id="5" name="Chỗ dành sẵn cho Nội dung 4">
            <a:extLst>
              <a:ext uri="{FF2B5EF4-FFF2-40B4-BE49-F238E27FC236}">
                <a16:creationId xmlns:a16="http://schemas.microsoft.com/office/drawing/2014/main" id="{608E447E-AB93-5057-5CFE-EEC0B832BA95}"/>
              </a:ext>
            </a:extLst>
          </p:cNvPr>
          <p:cNvPicPr>
            <a:picLocks noChangeAspect="1"/>
          </p:cNvPicPr>
          <p:nvPr/>
        </p:nvPicPr>
        <p:blipFill rotWithShape="1">
          <a:blip r:embed="rId2">
            <a:extLst>
              <a:ext uri="{28A0092B-C50C-407E-A947-70E740481C1C}">
                <a14:useLocalDpi xmlns:a14="http://schemas.microsoft.com/office/drawing/2010/main" val="0"/>
              </a:ext>
            </a:extLst>
          </a:blip>
          <a:srcRect l="23271" r="20309"/>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523223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D8CD5A11-6C61-1075-F429-DC8C979DD1F9}"/>
              </a:ext>
            </a:extLst>
          </p:cNvPr>
          <p:cNvSpPr>
            <a:spLocks noGrp="1"/>
          </p:cNvSpPr>
          <p:nvPr>
            <p:ph type="title"/>
          </p:nvPr>
        </p:nvSpPr>
        <p:spPr>
          <a:xfrm>
            <a:off x="841248" y="548640"/>
            <a:ext cx="3600860" cy="5431536"/>
          </a:xfrm>
        </p:spPr>
        <p:txBody>
          <a:bodyPr>
            <a:normAutofit/>
          </a:bodyPr>
          <a:lstStyle/>
          <a:p>
            <a:pPr marL="342900" marR="0" lvl="0" indent="-342900">
              <a:spcBef>
                <a:spcPts val="0"/>
              </a:spcBef>
              <a:spcAft>
                <a:spcPts val="800"/>
              </a:spcAft>
              <a:buFont typeface="+mj-lt"/>
              <a:buAutoNum type="arabicPeriod"/>
              <a:tabLst>
                <a:tab pos="4105275" algn="l"/>
              </a:tabLst>
            </a:pPr>
            <a:r>
              <a:rPr lang="vi-VN" sz="54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Giới</a:t>
            </a:r>
            <a:r>
              <a:rPr lang="vi-VN"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54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thiệu</a:t>
            </a:r>
            <a:r>
              <a:rPr lang="vi-VN"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ngôn </a:t>
            </a:r>
            <a:r>
              <a:rPr lang="vi-VN" sz="54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ngữ</a:t>
            </a:r>
            <a:r>
              <a:rPr lang="vi-VN"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5400" dirty="0">
                <a:solidFill>
                  <a:schemeClr val="bg1">
                    <a:lumMod val="95000"/>
                  </a:schemeClr>
                </a:solidFill>
                <a:effectLst/>
                <a:latin typeface="Times New Roman" panose="02020603050405020304" pitchFamily="18" charset="0"/>
                <a:ea typeface="Calibri" panose="020F0502020204030204" pitchFamily="34" charset="0"/>
              </a:rPr>
              <a:t>C </a:t>
            </a:r>
            <a:r>
              <a:rPr lang="vi-VN" sz="5400" dirty="0" err="1">
                <a:solidFill>
                  <a:schemeClr val="bg1">
                    <a:lumMod val="95000"/>
                  </a:schemeClr>
                </a:solidFill>
                <a:effectLst/>
                <a:latin typeface="Times New Roman" panose="02020603050405020304" pitchFamily="18" charset="0"/>
                <a:ea typeface="Calibri" panose="020F0502020204030204" pitchFamily="34" charset="0"/>
              </a:rPr>
              <a:t>Sharp</a:t>
            </a:r>
            <a:r>
              <a:rPr lang="en-US" sz="5400" dirty="0">
                <a:solidFill>
                  <a:schemeClr val="bg1">
                    <a:lumMod val="95000"/>
                  </a:schemeClr>
                </a:solidFill>
                <a:effectLst/>
                <a:latin typeface="Times New Roman" panose="02020603050405020304" pitchFamily="18" charset="0"/>
                <a:ea typeface="Calibri" panose="020F0502020204030204" pitchFamily="34" charset="0"/>
              </a:rPr>
              <a:t> </a:t>
            </a:r>
            <a:r>
              <a:rPr lang="vi-VN" sz="5400" dirty="0">
                <a:solidFill>
                  <a:schemeClr val="bg1">
                    <a:lumMod val="95000"/>
                  </a:schemeClr>
                </a:solidFill>
                <a:effectLst/>
                <a:latin typeface="Times New Roman" panose="02020603050405020304" pitchFamily="18" charset="0"/>
                <a:ea typeface="Calibri" panose="020F0502020204030204" pitchFamily="34" charset="0"/>
              </a:rPr>
              <a:t>(C#)</a:t>
            </a:r>
            <a:endParaRPr lang="en-US" sz="54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1"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E3C2CEC0-1CE6-C913-CBF7-3CB8668FCCA0}"/>
              </a:ext>
            </a:extLst>
          </p:cNvPr>
          <p:cNvSpPr>
            <a:spLocks noGrp="1"/>
          </p:cNvSpPr>
          <p:nvPr>
            <p:ph idx="1"/>
          </p:nvPr>
        </p:nvSpPr>
        <p:spPr>
          <a:xfrm>
            <a:off x="5126418" y="552091"/>
            <a:ext cx="6224335" cy="5431536"/>
          </a:xfrm>
        </p:spPr>
        <p:txBody>
          <a:bodyPr anchor="ctr">
            <a:normAutofit/>
          </a:bodyPr>
          <a:lstStyle/>
          <a:p>
            <a:pPr marL="0" marR="0" indent="0">
              <a:spcBef>
                <a:spcPts val="0"/>
              </a:spcBef>
              <a:spcAft>
                <a:spcPts val="800"/>
              </a:spcAft>
              <a:buNone/>
              <a:tabLst>
                <a:tab pos="4105275" algn="l"/>
              </a:tabLst>
            </a:pP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Tiêu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chuẩn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ECMA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liệt</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kế</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mục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tiêu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của</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việc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thiết</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kế</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C#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là</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spcBef>
                <a:spcPts val="0"/>
              </a:spcBef>
              <a:spcAft>
                <a:spcPts val="800"/>
              </a:spcAft>
              <a:buNone/>
              <a:tabLst>
                <a:tab pos="4105275" algn="l"/>
              </a:tabLst>
            </a:pPr>
            <a:r>
              <a:rPr lang="en-US"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1.</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Sharp</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(C#)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đuợ</a:t>
            </a:r>
            <a:r>
              <a:rPr lang="en-US"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dự</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định</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là</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ngôn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ngữ</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lập</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trình</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đơn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giản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và</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hiện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đại</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hướng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đến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nhiều</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mục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đích</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sử</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dụng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Đặc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biệt</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là</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ngôn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ngữ</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lập</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trình</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hướng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đối</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tượng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spcBef>
                <a:spcPts val="0"/>
              </a:spcBef>
              <a:spcAft>
                <a:spcPts val="800"/>
              </a:spcAft>
              <a:buNone/>
              <a:tabLst>
                <a:tab pos="4105275" algn="l"/>
              </a:tabLst>
            </a:pPr>
            <a:r>
              <a:rPr lang="en-US"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2.</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đáp</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ứng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nguyên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tắc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của</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nghành</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kỹ</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thuật</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phần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mềm</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như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kiểm</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tra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chặt</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chẽ</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kiểu</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dữ</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liệu</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kiểm</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tra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giới</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hạn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mảng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phát</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hiện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trường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hợp</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sử</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dụng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biến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chưa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có</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dữ</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liệu</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22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800"/>
              </a:spcAft>
              <a:buNone/>
              <a:tabLst>
                <a:tab pos="4105275" algn="l"/>
              </a:tabLst>
            </a:pP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758134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D8CD5A11-6C61-1075-F429-DC8C979DD1F9}"/>
              </a:ext>
            </a:extLst>
          </p:cNvPr>
          <p:cNvSpPr>
            <a:spLocks noGrp="1"/>
          </p:cNvSpPr>
          <p:nvPr>
            <p:ph type="title"/>
          </p:nvPr>
        </p:nvSpPr>
        <p:spPr>
          <a:xfrm>
            <a:off x="841248" y="548640"/>
            <a:ext cx="3600860" cy="5431536"/>
          </a:xfrm>
        </p:spPr>
        <p:txBody>
          <a:bodyPr>
            <a:normAutofit/>
          </a:bodyPr>
          <a:lstStyle/>
          <a:p>
            <a:pPr marL="342900" marR="0" lvl="0" indent="-342900">
              <a:spcBef>
                <a:spcPts val="0"/>
              </a:spcBef>
              <a:spcAft>
                <a:spcPts val="800"/>
              </a:spcAft>
              <a:buFont typeface="+mj-lt"/>
              <a:buAutoNum type="arabicPeriod"/>
              <a:tabLst>
                <a:tab pos="4105275" algn="l"/>
              </a:tabLst>
            </a:pPr>
            <a:r>
              <a:rPr lang="vi-VN" sz="54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Giới</a:t>
            </a:r>
            <a:r>
              <a:rPr lang="vi-VN"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54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thiệu</a:t>
            </a:r>
            <a:r>
              <a:rPr lang="vi-VN"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ngôn </a:t>
            </a:r>
            <a:r>
              <a:rPr lang="vi-VN" sz="54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ngữ</a:t>
            </a:r>
            <a:r>
              <a:rPr lang="vi-VN"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5400" dirty="0">
                <a:solidFill>
                  <a:schemeClr val="bg1">
                    <a:lumMod val="95000"/>
                  </a:schemeClr>
                </a:solidFill>
                <a:effectLst/>
                <a:latin typeface="Times New Roman" panose="02020603050405020304" pitchFamily="18" charset="0"/>
                <a:ea typeface="Calibri" panose="020F0502020204030204" pitchFamily="34" charset="0"/>
              </a:rPr>
              <a:t>C </a:t>
            </a:r>
            <a:r>
              <a:rPr lang="vi-VN" sz="5400" dirty="0" err="1">
                <a:solidFill>
                  <a:schemeClr val="bg1">
                    <a:lumMod val="95000"/>
                  </a:schemeClr>
                </a:solidFill>
                <a:effectLst/>
                <a:latin typeface="Times New Roman" panose="02020603050405020304" pitchFamily="18" charset="0"/>
                <a:ea typeface="Calibri" panose="020F0502020204030204" pitchFamily="34" charset="0"/>
              </a:rPr>
              <a:t>Sharp</a:t>
            </a:r>
            <a:r>
              <a:rPr lang="en-US" sz="5400" dirty="0">
                <a:solidFill>
                  <a:schemeClr val="bg1">
                    <a:lumMod val="95000"/>
                  </a:schemeClr>
                </a:solidFill>
                <a:effectLst/>
                <a:latin typeface="Times New Roman" panose="02020603050405020304" pitchFamily="18" charset="0"/>
                <a:ea typeface="Calibri" panose="020F0502020204030204" pitchFamily="34" charset="0"/>
              </a:rPr>
              <a:t> </a:t>
            </a:r>
            <a:r>
              <a:rPr lang="vi-VN" sz="5400" dirty="0">
                <a:solidFill>
                  <a:schemeClr val="bg1">
                    <a:lumMod val="95000"/>
                  </a:schemeClr>
                </a:solidFill>
                <a:effectLst/>
                <a:latin typeface="Times New Roman" panose="02020603050405020304" pitchFamily="18" charset="0"/>
                <a:ea typeface="Calibri" panose="020F0502020204030204" pitchFamily="34" charset="0"/>
              </a:rPr>
              <a:t>(C#)</a:t>
            </a:r>
            <a:endParaRPr lang="en-US" sz="54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1"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E3C2CEC0-1CE6-C913-CBF7-3CB8668FCCA0}"/>
              </a:ext>
            </a:extLst>
          </p:cNvPr>
          <p:cNvSpPr>
            <a:spLocks noGrp="1"/>
          </p:cNvSpPr>
          <p:nvPr>
            <p:ph idx="1"/>
          </p:nvPr>
        </p:nvSpPr>
        <p:spPr>
          <a:xfrm>
            <a:off x="5126418" y="552091"/>
            <a:ext cx="6224335" cy="5431536"/>
          </a:xfrm>
        </p:spPr>
        <p:txBody>
          <a:bodyPr anchor="ctr">
            <a:normAutofit/>
          </a:bodyPr>
          <a:lstStyle/>
          <a:p>
            <a:pPr marL="0" marR="0" indent="0">
              <a:spcBef>
                <a:spcPts val="0"/>
              </a:spcBef>
              <a:spcAft>
                <a:spcPts val="800"/>
              </a:spcAft>
              <a:buNone/>
              <a:tabLst>
                <a:tab pos="4105275" algn="l"/>
              </a:tabLst>
            </a:pP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Tiêu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chuẩn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ECMA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liệt</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kế</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mục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tiêu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của</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việc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thiết</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kế</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C#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là</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tabLst>
                <a:tab pos="4105275" algn="l"/>
              </a:tabLst>
            </a:pPr>
            <a:r>
              <a:rPr lang="en-US" sz="2200" dirty="0">
                <a:solidFill>
                  <a:schemeClr val="bg1">
                    <a:lumMod val="95000"/>
                  </a:schemeClr>
                </a:solidFill>
                <a:latin typeface="Times New Roman" panose="02020603050405020304" pitchFamily="18" charset="0"/>
                <a:ea typeface="Calibri" panose="020F0502020204030204" pitchFamily="34" charset="0"/>
                <a:cs typeface="Times New Roman" panose="02020603050405020304" pitchFamily="18" charset="0"/>
              </a:rPr>
              <a:t>3</a:t>
            </a:r>
            <a:r>
              <a:rPr lang="en-US"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Ngôn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ngữ</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này</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sẽ</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được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sử</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dụng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để</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phát</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triển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thành</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phần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của</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phần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mềm</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theo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hướng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thích</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hợp</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trong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việc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triển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khai môi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trường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phân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tán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22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tabLst>
                <a:tab pos="4105275" algn="l"/>
              </a:tabLst>
            </a:pPr>
            <a:r>
              <a:rPr lang="en-US" sz="2200" dirty="0">
                <a:solidFill>
                  <a:schemeClr val="bg1">
                    <a:lumMod val="95000"/>
                  </a:schemeClr>
                </a:solidFill>
                <a:latin typeface="Times New Roman" panose="02020603050405020304" pitchFamily="18" charset="0"/>
                <a:ea typeface="Calibri" panose="020F0502020204030204" pitchFamily="34" charset="0"/>
                <a:cs typeface="Times New Roman" panose="02020603050405020304" pitchFamily="18" charset="0"/>
              </a:rPr>
              <a:t>4</a:t>
            </a:r>
            <a:r>
              <a:rPr lang="en-US"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Được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phát</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triển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và</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thiết</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kế</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phù</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hợp</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với</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việc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viết</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ứng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dụng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cho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cả</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hai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hệ</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thống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hosted</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và</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embedded</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system</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từ</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phần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mềm</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quy mô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lớn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đến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phần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mềm</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có</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chức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năng đơn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giản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tabLst>
                <a:tab pos="4105275" algn="l"/>
              </a:tabLst>
            </a:pPr>
            <a:r>
              <a:rPr lang="en-US" sz="2200" dirty="0">
                <a:solidFill>
                  <a:schemeClr val="bg1">
                    <a:lumMod val="95000"/>
                  </a:schemeClr>
                </a:solidFill>
                <a:latin typeface="Times New Roman" panose="02020603050405020304" pitchFamily="18" charset="0"/>
                <a:ea typeface="Calibri" panose="020F0502020204030204" pitchFamily="34" charset="0"/>
                <a:cs typeface="Times New Roman" panose="02020603050405020304" pitchFamily="18" charset="0"/>
              </a:rPr>
              <a:t>5.</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Dù</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C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Sharp</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có</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tính</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kinh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tế</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đổi</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với</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yêu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cầu</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về</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bộ</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nhớ</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và</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chế</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độ</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xử</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lý</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nhưng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nó</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không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có</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tính</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cạnh</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tranh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trực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tiếp</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đối</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với</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ngôn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ngữ</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C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và</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Assembly</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22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813588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D8CD5A11-6C61-1075-F429-DC8C979DD1F9}"/>
              </a:ext>
            </a:extLst>
          </p:cNvPr>
          <p:cNvSpPr>
            <a:spLocks noGrp="1"/>
          </p:cNvSpPr>
          <p:nvPr>
            <p:ph type="title"/>
          </p:nvPr>
        </p:nvSpPr>
        <p:spPr>
          <a:xfrm>
            <a:off x="841248" y="548640"/>
            <a:ext cx="3600860" cy="5431536"/>
          </a:xfrm>
        </p:spPr>
        <p:txBody>
          <a:bodyPr>
            <a:normAutofit/>
          </a:bodyPr>
          <a:lstStyle/>
          <a:p>
            <a:pPr marL="342900" marR="0" lvl="0" indent="-342900">
              <a:spcBef>
                <a:spcPts val="0"/>
              </a:spcBef>
              <a:spcAft>
                <a:spcPts val="800"/>
              </a:spcAft>
              <a:buFont typeface="+mj-lt"/>
              <a:buAutoNum type="arabicPeriod"/>
              <a:tabLst>
                <a:tab pos="4105275" algn="l"/>
              </a:tabLst>
            </a:pPr>
            <a:r>
              <a:rPr lang="vi-VN" sz="54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Giới</a:t>
            </a:r>
            <a:r>
              <a:rPr lang="vi-VN"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54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thiệu</a:t>
            </a:r>
            <a:r>
              <a:rPr lang="vi-VN"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ngôn </a:t>
            </a:r>
            <a:r>
              <a:rPr lang="vi-VN" sz="54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ngữ</a:t>
            </a:r>
            <a:r>
              <a:rPr lang="vi-VN"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5400" dirty="0">
                <a:solidFill>
                  <a:schemeClr val="bg1">
                    <a:lumMod val="95000"/>
                  </a:schemeClr>
                </a:solidFill>
                <a:effectLst/>
                <a:latin typeface="Times New Roman" panose="02020603050405020304" pitchFamily="18" charset="0"/>
                <a:ea typeface="Calibri" panose="020F0502020204030204" pitchFamily="34" charset="0"/>
              </a:rPr>
              <a:t>C </a:t>
            </a:r>
            <a:r>
              <a:rPr lang="vi-VN" sz="5400" dirty="0" err="1">
                <a:solidFill>
                  <a:schemeClr val="bg1">
                    <a:lumMod val="95000"/>
                  </a:schemeClr>
                </a:solidFill>
                <a:effectLst/>
                <a:latin typeface="Times New Roman" panose="02020603050405020304" pitchFamily="18" charset="0"/>
                <a:ea typeface="Calibri" panose="020F0502020204030204" pitchFamily="34" charset="0"/>
              </a:rPr>
              <a:t>Sharp</a:t>
            </a:r>
            <a:r>
              <a:rPr lang="en-US" sz="5400" dirty="0">
                <a:solidFill>
                  <a:schemeClr val="bg1">
                    <a:lumMod val="95000"/>
                  </a:schemeClr>
                </a:solidFill>
                <a:effectLst/>
                <a:latin typeface="Times New Roman" panose="02020603050405020304" pitchFamily="18" charset="0"/>
                <a:ea typeface="Calibri" panose="020F0502020204030204" pitchFamily="34" charset="0"/>
              </a:rPr>
              <a:t> </a:t>
            </a:r>
            <a:r>
              <a:rPr lang="vi-VN" sz="5400" dirty="0">
                <a:solidFill>
                  <a:schemeClr val="bg1">
                    <a:lumMod val="95000"/>
                  </a:schemeClr>
                </a:solidFill>
                <a:effectLst/>
                <a:latin typeface="Times New Roman" panose="02020603050405020304" pitchFamily="18" charset="0"/>
                <a:ea typeface="Calibri" panose="020F0502020204030204" pitchFamily="34" charset="0"/>
              </a:rPr>
              <a:t>(C#)</a:t>
            </a:r>
            <a:endParaRPr lang="en-US" sz="54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1"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E3C2CEC0-1CE6-C913-CBF7-3CB8668FCCA0}"/>
              </a:ext>
            </a:extLst>
          </p:cNvPr>
          <p:cNvSpPr>
            <a:spLocks noGrp="1"/>
          </p:cNvSpPr>
          <p:nvPr>
            <p:ph idx="1"/>
          </p:nvPr>
        </p:nvSpPr>
        <p:spPr>
          <a:xfrm>
            <a:off x="5126418" y="552091"/>
            <a:ext cx="6224335" cy="5431536"/>
          </a:xfrm>
        </p:spPr>
        <p:txBody>
          <a:bodyPr anchor="ctr">
            <a:normAutofit/>
          </a:bodyPr>
          <a:lstStyle/>
          <a:p>
            <a:pPr marL="0" marR="0" indent="0">
              <a:lnSpc>
                <a:spcPct val="107000"/>
              </a:lnSpc>
              <a:spcBef>
                <a:spcPts val="0"/>
              </a:spcBef>
              <a:spcAft>
                <a:spcPts val="800"/>
              </a:spcAft>
              <a:buNone/>
              <a:tabLst>
                <a:tab pos="4105275" algn="l"/>
              </a:tabLst>
            </a:pP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là</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một</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ngôn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ngữ</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lập</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trình</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có</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mục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đích</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chung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để</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xây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dựng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loại</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chương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trình</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và</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ứng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dụng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khác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nhau. C#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có</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tính</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linh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hoạt</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rất</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cao, tuy nhiên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có</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ba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lĩnh</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vực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nó</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thường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được</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sử</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dụng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22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228600" marR="0">
              <a:lnSpc>
                <a:spcPct val="107000"/>
              </a:lnSpc>
              <a:spcBef>
                <a:spcPts val="0"/>
              </a:spcBef>
              <a:spcAft>
                <a:spcPts val="800"/>
              </a:spcAft>
              <a:tabLst>
                <a:tab pos="4105275" algn="l"/>
              </a:tabLst>
            </a:pP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Phát</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triển</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ứng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dụng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web</a:t>
            </a:r>
            <a:endParaRPr lang="en-US" sz="22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228600" marR="0">
              <a:lnSpc>
                <a:spcPct val="107000"/>
              </a:lnSpc>
              <a:spcBef>
                <a:spcPts val="0"/>
              </a:spcBef>
              <a:spcAft>
                <a:spcPts val="800"/>
              </a:spcAft>
              <a:tabLst>
                <a:tab pos="4105275" algn="l"/>
              </a:tabLst>
            </a:pP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Ứng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dụng</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Windows</a:t>
            </a:r>
            <a:endParaRPr lang="en-US" sz="22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228600" marR="0">
              <a:lnSpc>
                <a:spcPct val="107000"/>
              </a:lnSpc>
              <a:spcBef>
                <a:spcPts val="0"/>
              </a:spcBef>
              <a:spcAft>
                <a:spcPts val="800"/>
              </a:spcAft>
              <a:tabLst>
                <a:tab pos="4105275" algn="l"/>
              </a:tabLst>
            </a:pP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Lập</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trình</a:t>
            </a:r>
            <a:r>
              <a:rPr lang="vi-VN" sz="22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22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Games</a:t>
            </a:r>
            <a:endParaRPr lang="en-US" sz="22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tabLst>
                <a:tab pos="4105275" algn="l"/>
              </a:tabLs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800"/>
              </a:spcAft>
              <a:buNone/>
              <a:tabLst>
                <a:tab pos="4105275" algn="l"/>
              </a:tabLst>
            </a:pP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689598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23" name="Rectangle 1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D8CD5A11-6C61-1075-F429-DC8C979DD1F9}"/>
              </a:ext>
            </a:extLst>
          </p:cNvPr>
          <p:cNvSpPr>
            <a:spLocks noGrp="1"/>
          </p:cNvSpPr>
          <p:nvPr>
            <p:ph type="title"/>
          </p:nvPr>
        </p:nvSpPr>
        <p:spPr>
          <a:xfrm>
            <a:off x="572493" y="238539"/>
            <a:ext cx="11018520" cy="1434415"/>
          </a:xfrm>
        </p:spPr>
        <p:txBody>
          <a:bodyPr anchor="b">
            <a:normAutofit fontScale="90000"/>
          </a:bodyPr>
          <a:lstStyle/>
          <a:p>
            <a:pPr marR="0" lvl="0">
              <a:spcBef>
                <a:spcPts val="0"/>
              </a:spcBef>
              <a:spcAft>
                <a:spcPts val="800"/>
              </a:spcAft>
              <a:tabLst>
                <a:tab pos="4105275" algn="l"/>
              </a:tabLst>
            </a:pPr>
            <a:r>
              <a:rPr lang="en-US"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2.</a:t>
            </a:r>
            <a:r>
              <a:rPr lang="vi-VN" sz="54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Giới</a:t>
            </a:r>
            <a:r>
              <a:rPr lang="vi-VN"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54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thiệu</a:t>
            </a:r>
            <a:r>
              <a:rPr lang="vi-VN"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54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Phần</a:t>
            </a:r>
            <a:r>
              <a:rPr lang="en-US"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5400" dirty="0" err="1">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mềm</a:t>
            </a:r>
            <a:r>
              <a:rPr lang="vi-VN"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54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5400" dirty="0">
                <a:solidFill>
                  <a:schemeClr val="bg1">
                    <a:lumMod val="95000"/>
                  </a:schemeClr>
                </a:solidFill>
                <a:effectLst/>
                <a:latin typeface="Times New Roman" panose="02020603050405020304" pitchFamily="18" charset="0"/>
                <a:ea typeface="Calibri" panose="020F0502020204030204" pitchFamily="34" charset="0"/>
              </a:rPr>
              <a:t>Microsoft SQL Server </a:t>
            </a:r>
            <a:r>
              <a:rPr lang="vi-VN" sz="5400" dirty="0" err="1">
                <a:solidFill>
                  <a:schemeClr val="bg1">
                    <a:lumMod val="95000"/>
                  </a:schemeClr>
                </a:solidFill>
                <a:effectLst/>
                <a:latin typeface="Times New Roman" panose="02020603050405020304" pitchFamily="18" charset="0"/>
                <a:ea typeface="Calibri" panose="020F0502020204030204" pitchFamily="34" charset="0"/>
              </a:rPr>
              <a:t>Management</a:t>
            </a:r>
            <a:r>
              <a:rPr lang="vi-VN" sz="5400" dirty="0">
                <a:solidFill>
                  <a:schemeClr val="bg1">
                    <a:lumMod val="95000"/>
                  </a:schemeClr>
                </a:solidFill>
                <a:effectLst/>
                <a:latin typeface="Times New Roman" panose="02020603050405020304" pitchFamily="18" charset="0"/>
                <a:ea typeface="Calibri" panose="020F0502020204030204" pitchFamily="34" charset="0"/>
              </a:rPr>
              <a:t> </a:t>
            </a:r>
            <a:r>
              <a:rPr lang="vi-VN" sz="5400" dirty="0" err="1">
                <a:solidFill>
                  <a:schemeClr val="bg1">
                    <a:lumMod val="95000"/>
                  </a:schemeClr>
                </a:solidFill>
                <a:effectLst/>
                <a:latin typeface="Times New Roman" panose="02020603050405020304" pitchFamily="18" charset="0"/>
                <a:ea typeface="Calibri" panose="020F0502020204030204" pitchFamily="34" charset="0"/>
              </a:rPr>
              <a:t>Studio</a:t>
            </a:r>
            <a:r>
              <a:rPr lang="vi-VN" sz="5400" dirty="0">
                <a:solidFill>
                  <a:schemeClr val="bg1">
                    <a:lumMod val="95000"/>
                  </a:schemeClr>
                </a:solidFill>
                <a:effectLst/>
                <a:latin typeface="Times New Roman" panose="02020603050405020304" pitchFamily="18" charset="0"/>
                <a:ea typeface="Calibri" panose="020F0502020204030204" pitchFamily="34" charset="0"/>
              </a:rPr>
              <a:t> 18</a:t>
            </a:r>
            <a:endParaRPr lang="en-US" sz="5400" dirty="0">
              <a:solidFill>
                <a:schemeClr val="bg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4"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E3C2CEC0-1CE6-C913-CBF7-3CB8668FCCA0}"/>
              </a:ext>
            </a:extLst>
          </p:cNvPr>
          <p:cNvSpPr>
            <a:spLocks noGrp="1"/>
          </p:cNvSpPr>
          <p:nvPr>
            <p:ph idx="1"/>
          </p:nvPr>
        </p:nvSpPr>
        <p:spPr>
          <a:xfrm>
            <a:off x="572493" y="2071316"/>
            <a:ext cx="6713552" cy="4119172"/>
          </a:xfrm>
        </p:spPr>
        <p:txBody>
          <a:bodyPr anchor="ctr">
            <a:normAutofit/>
          </a:bodyPr>
          <a:lstStyle/>
          <a:p>
            <a:pPr marL="0" indent="0">
              <a:buNone/>
            </a:pPr>
            <a:r>
              <a:rPr lang="vi-VN" sz="2200" b="0" i="0" dirty="0">
                <a:solidFill>
                  <a:schemeClr val="bg1">
                    <a:lumMod val="95000"/>
                  </a:schemeClr>
                </a:solidFill>
                <a:effectLst/>
                <a:latin typeface="+mj-lt"/>
              </a:rPr>
              <a:t>Microsoft SQL Server </a:t>
            </a:r>
            <a:r>
              <a:rPr lang="vi-VN" sz="2200" b="0" i="0" dirty="0" err="1">
                <a:solidFill>
                  <a:schemeClr val="bg1">
                    <a:lumMod val="95000"/>
                  </a:schemeClr>
                </a:solidFill>
                <a:effectLst/>
                <a:latin typeface="+mj-lt"/>
              </a:rPr>
              <a:t>Management</a:t>
            </a:r>
            <a:r>
              <a:rPr lang="vi-VN" sz="2200" b="0" i="0" dirty="0">
                <a:solidFill>
                  <a:schemeClr val="bg1">
                    <a:lumMod val="95000"/>
                  </a:schemeClr>
                </a:solidFill>
                <a:effectLst/>
                <a:latin typeface="+mj-lt"/>
              </a:rPr>
              <a:t> </a:t>
            </a:r>
            <a:r>
              <a:rPr lang="vi-VN" sz="2200" b="0" i="0" dirty="0" err="1">
                <a:solidFill>
                  <a:schemeClr val="bg1">
                    <a:lumMod val="95000"/>
                  </a:schemeClr>
                </a:solidFill>
                <a:effectLst/>
                <a:latin typeface="+mj-lt"/>
              </a:rPr>
              <a:t>Studio</a:t>
            </a:r>
            <a:r>
              <a:rPr lang="vi-VN" sz="2200" b="0" i="0" dirty="0">
                <a:solidFill>
                  <a:schemeClr val="bg1">
                    <a:lumMod val="95000"/>
                  </a:schemeClr>
                </a:solidFill>
                <a:effectLst/>
                <a:latin typeface="+mj-lt"/>
              </a:rPr>
              <a:t> (SSMS) </a:t>
            </a:r>
            <a:r>
              <a:rPr lang="vi-VN" sz="2200" b="0" i="0" dirty="0" err="1">
                <a:solidFill>
                  <a:schemeClr val="bg1">
                    <a:lumMod val="95000"/>
                  </a:schemeClr>
                </a:solidFill>
                <a:effectLst/>
                <a:latin typeface="+mj-lt"/>
              </a:rPr>
              <a:t>là</a:t>
            </a:r>
            <a:r>
              <a:rPr lang="vi-VN" sz="2200" b="0" i="0" dirty="0">
                <a:solidFill>
                  <a:schemeClr val="bg1">
                    <a:lumMod val="95000"/>
                  </a:schemeClr>
                </a:solidFill>
                <a:effectLst/>
                <a:latin typeface="+mj-lt"/>
              </a:rPr>
              <a:t> </a:t>
            </a:r>
            <a:r>
              <a:rPr lang="vi-VN" sz="2200" b="0" i="0" dirty="0" err="1">
                <a:solidFill>
                  <a:schemeClr val="bg1">
                    <a:lumMod val="95000"/>
                  </a:schemeClr>
                </a:solidFill>
                <a:effectLst/>
                <a:latin typeface="+mj-lt"/>
              </a:rPr>
              <a:t>một</a:t>
            </a:r>
            <a:r>
              <a:rPr lang="vi-VN" sz="2200" b="0" i="0" dirty="0">
                <a:solidFill>
                  <a:schemeClr val="bg1">
                    <a:lumMod val="95000"/>
                  </a:schemeClr>
                </a:solidFill>
                <a:effectLst/>
                <a:latin typeface="+mj-lt"/>
              </a:rPr>
              <a:t> công </a:t>
            </a:r>
            <a:r>
              <a:rPr lang="vi-VN" sz="2200" b="0" i="0" dirty="0" err="1">
                <a:solidFill>
                  <a:schemeClr val="bg1">
                    <a:lumMod val="95000"/>
                  </a:schemeClr>
                </a:solidFill>
                <a:effectLst/>
                <a:latin typeface="+mj-lt"/>
              </a:rPr>
              <a:t>cụ</a:t>
            </a:r>
            <a:r>
              <a:rPr lang="vi-VN" sz="2200" b="0" i="0" dirty="0">
                <a:solidFill>
                  <a:schemeClr val="bg1">
                    <a:lumMod val="95000"/>
                  </a:schemeClr>
                </a:solidFill>
                <a:effectLst/>
                <a:latin typeface="+mj-lt"/>
              </a:rPr>
              <a:t> </a:t>
            </a:r>
            <a:r>
              <a:rPr lang="vi-VN" sz="2200" b="0" i="0" dirty="0" err="1">
                <a:solidFill>
                  <a:schemeClr val="bg1">
                    <a:lumMod val="95000"/>
                  </a:schemeClr>
                </a:solidFill>
                <a:effectLst/>
                <a:latin typeface="+mj-lt"/>
              </a:rPr>
              <a:t>trực</a:t>
            </a:r>
            <a:r>
              <a:rPr lang="vi-VN" sz="2200" b="0" i="0" dirty="0">
                <a:solidFill>
                  <a:schemeClr val="bg1">
                    <a:lumMod val="95000"/>
                  </a:schemeClr>
                </a:solidFill>
                <a:effectLst/>
                <a:latin typeface="+mj-lt"/>
              </a:rPr>
              <a:t> quan </a:t>
            </a:r>
            <a:r>
              <a:rPr lang="vi-VN" sz="2200" b="0" i="0" dirty="0" err="1">
                <a:solidFill>
                  <a:schemeClr val="bg1">
                    <a:lumMod val="95000"/>
                  </a:schemeClr>
                </a:solidFill>
                <a:effectLst/>
                <a:latin typeface="+mj-lt"/>
              </a:rPr>
              <a:t>dùng</a:t>
            </a:r>
            <a:r>
              <a:rPr lang="vi-VN" sz="2200" b="0" i="0" dirty="0">
                <a:solidFill>
                  <a:schemeClr val="bg1">
                    <a:lumMod val="95000"/>
                  </a:schemeClr>
                </a:solidFill>
                <a:effectLst/>
                <a:latin typeface="+mj-lt"/>
              </a:rPr>
              <a:t> </a:t>
            </a:r>
            <a:r>
              <a:rPr lang="vi-VN" sz="2200" b="0" i="0" dirty="0" err="1">
                <a:solidFill>
                  <a:schemeClr val="bg1">
                    <a:lumMod val="95000"/>
                  </a:schemeClr>
                </a:solidFill>
                <a:effectLst/>
                <a:latin typeface="+mj-lt"/>
              </a:rPr>
              <a:t>để</a:t>
            </a:r>
            <a:r>
              <a:rPr lang="vi-VN" sz="2200" b="0" i="0" dirty="0">
                <a:solidFill>
                  <a:schemeClr val="bg1">
                    <a:lumMod val="95000"/>
                  </a:schemeClr>
                </a:solidFill>
                <a:effectLst/>
                <a:latin typeface="+mj-lt"/>
              </a:rPr>
              <a:t> </a:t>
            </a:r>
            <a:r>
              <a:rPr lang="vi-VN" sz="2200" b="0" i="0" dirty="0" err="1">
                <a:solidFill>
                  <a:schemeClr val="bg1">
                    <a:lumMod val="95000"/>
                  </a:schemeClr>
                </a:solidFill>
                <a:effectLst/>
                <a:latin typeface="+mj-lt"/>
              </a:rPr>
              <a:t>quản</a:t>
            </a:r>
            <a:r>
              <a:rPr lang="vi-VN" sz="2200" b="0" i="0" dirty="0">
                <a:solidFill>
                  <a:schemeClr val="bg1">
                    <a:lumMod val="95000"/>
                  </a:schemeClr>
                </a:solidFill>
                <a:effectLst/>
                <a:latin typeface="+mj-lt"/>
              </a:rPr>
              <a:t> </a:t>
            </a:r>
            <a:r>
              <a:rPr lang="vi-VN" sz="2200" b="0" i="0" dirty="0" err="1">
                <a:solidFill>
                  <a:schemeClr val="bg1">
                    <a:lumMod val="95000"/>
                  </a:schemeClr>
                </a:solidFill>
                <a:effectLst/>
                <a:latin typeface="+mj-lt"/>
              </a:rPr>
              <a:t>lý</a:t>
            </a:r>
            <a:r>
              <a:rPr lang="vi-VN" sz="2200" b="0" i="0" dirty="0">
                <a:solidFill>
                  <a:schemeClr val="bg1">
                    <a:lumMod val="95000"/>
                  </a:schemeClr>
                </a:solidFill>
                <a:effectLst/>
                <a:latin typeface="+mj-lt"/>
              </a:rPr>
              <a:t> SQL Server. </a:t>
            </a:r>
            <a:r>
              <a:rPr lang="vi-VN" sz="2200" b="0" i="0" dirty="0" err="1">
                <a:solidFill>
                  <a:schemeClr val="bg1">
                    <a:lumMod val="95000"/>
                  </a:schemeClr>
                </a:solidFill>
                <a:effectLst/>
                <a:latin typeface="+mj-lt"/>
              </a:rPr>
              <a:t>Với</a:t>
            </a:r>
            <a:r>
              <a:rPr lang="vi-VN" sz="2200" b="0" i="0" dirty="0">
                <a:solidFill>
                  <a:schemeClr val="bg1">
                    <a:lumMod val="95000"/>
                  </a:schemeClr>
                </a:solidFill>
                <a:effectLst/>
                <a:latin typeface="+mj-lt"/>
              </a:rPr>
              <a:t> SQL </a:t>
            </a:r>
            <a:r>
              <a:rPr lang="vi-VN" sz="2200" b="0" i="0" dirty="0" err="1">
                <a:solidFill>
                  <a:schemeClr val="bg1">
                    <a:lumMod val="95000"/>
                  </a:schemeClr>
                </a:solidFill>
                <a:effectLst/>
                <a:latin typeface="+mj-lt"/>
              </a:rPr>
              <a:t>bạn</a:t>
            </a:r>
            <a:r>
              <a:rPr lang="vi-VN" sz="2200" b="0" i="0" dirty="0">
                <a:solidFill>
                  <a:schemeClr val="bg1">
                    <a:lumMod val="95000"/>
                  </a:schemeClr>
                </a:solidFill>
                <a:effectLst/>
                <a:latin typeface="+mj-lt"/>
              </a:rPr>
              <a:t> </a:t>
            </a:r>
            <a:r>
              <a:rPr lang="vi-VN" sz="2200" b="0" i="0" dirty="0" err="1">
                <a:solidFill>
                  <a:schemeClr val="bg1">
                    <a:lumMod val="95000"/>
                  </a:schemeClr>
                </a:solidFill>
                <a:effectLst/>
                <a:latin typeface="+mj-lt"/>
              </a:rPr>
              <a:t>có</a:t>
            </a:r>
            <a:r>
              <a:rPr lang="vi-VN" sz="2200" b="0" i="0" dirty="0">
                <a:solidFill>
                  <a:schemeClr val="bg1">
                    <a:lumMod val="95000"/>
                  </a:schemeClr>
                </a:solidFill>
                <a:effectLst/>
                <a:latin typeface="+mj-lt"/>
              </a:rPr>
              <a:t> </a:t>
            </a:r>
            <a:r>
              <a:rPr lang="vi-VN" sz="2200" b="0" i="0" dirty="0" err="1">
                <a:solidFill>
                  <a:schemeClr val="bg1">
                    <a:lumMod val="95000"/>
                  </a:schemeClr>
                </a:solidFill>
                <a:effectLst/>
                <a:latin typeface="+mj-lt"/>
              </a:rPr>
              <a:t>thể</a:t>
            </a:r>
            <a:r>
              <a:rPr lang="vi-VN" sz="2200" b="0" i="0" dirty="0">
                <a:solidFill>
                  <a:schemeClr val="bg1">
                    <a:lumMod val="95000"/>
                  </a:schemeClr>
                </a:solidFill>
                <a:effectLst/>
                <a:latin typeface="+mj-lt"/>
              </a:rPr>
              <a:t> tương </a:t>
            </a:r>
            <a:r>
              <a:rPr lang="vi-VN" sz="2200" b="0" i="0" dirty="0" err="1">
                <a:solidFill>
                  <a:schemeClr val="bg1">
                    <a:lumMod val="95000"/>
                  </a:schemeClr>
                </a:solidFill>
                <a:effectLst/>
                <a:latin typeface="+mj-lt"/>
              </a:rPr>
              <a:t>tác</a:t>
            </a:r>
            <a:r>
              <a:rPr lang="vi-VN" sz="2200" b="0" i="0" dirty="0">
                <a:solidFill>
                  <a:schemeClr val="bg1">
                    <a:lumMod val="95000"/>
                  </a:schemeClr>
                </a:solidFill>
                <a:effectLst/>
                <a:latin typeface="+mj-lt"/>
              </a:rPr>
              <a:t> </a:t>
            </a:r>
            <a:r>
              <a:rPr lang="vi-VN" sz="2200" b="0" i="0" dirty="0" err="1">
                <a:solidFill>
                  <a:schemeClr val="bg1">
                    <a:lumMod val="95000"/>
                  </a:schemeClr>
                </a:solidFill>
                <a:effectLst/>
                <a:latin typeface="+mj-lt"/>
              </a:rPr>
              <a:t>với</a:t>
            </a:r>
            <a:r>
              <a:rPr lang="vi-VN" sz="2200" b="0" i="0" dirty="0">
                <a:solidFill>
                  <a:schemeClr val="bg1">
                    <a:lumMod val="95000"/>
                  </a:schemeClr>
                </a:solidFill>
                <a:effectLst/>
                <a:latin typeface="+mj-lt"/>
              </a:rPr>
              <a:t> SQL </a:t>
            </a:r>
            <a:r>
              <a:rPr lang="vi-VN" sz="2200" b="0" i="0" dirty="0" err="1">
                <a:solidFill>
                  <a:schemeClr val="bg1">
                    <a:lumMod val="95000"/>
                  </a:schemeClr>
                </a:solidFill>
                <a:effectLst/>
                <a:latin typeface="+mj-lt"/>
              </a:rPr>
              <a:t>database</a:t>
            </a:r>
            <a:r>
              <a:rPr lang="vi-VN" sz="2200" b="0" i="0" dirty="0">
                <a:solidFill>
                  <a:schemeClr val="bg1">
                    <a:lumMod val="95000"/>
                  </a:schemeClr>
                </a:solidFill>
                <a:effectLst/>
                <a:latin typeface="+mj-lt"/>
              </a:rPr>
              <a:t> </a:t>
            </a:r>
            <a:r>
              <a:rPr lang="vi-VN" sz="2200" b="0" i="0" dirty="0" err="1">
                <a:solidFill>
                  <a:schemeClr val="bg1">
                    <a:lumMod val="95000"/>
                  </a:schemeClr>
                </a:solidFill>
                <a:effectLst/>
                <a:latin typeface="+mj-lt"/>
              </a:rPr>
              <a:t>bằng</a:t>
            </a:r>
            <a:r>
              <a:rPr lang="vi-VN" sz="2200" b="0" i="0" dirty="0">
                <a:solidFill>
                  <a:schemeClr val="bg1">
                    <a:lumMod val="95000"/>
                  </a:schemeClr>
                </a:solidFill>
                <a:effectLst/>
                <a:latin typeface="+mj-lt"/>
              </a:rPr>
              <a:t> giao </a:t>
            </a:r>
            <a:r>
              <a:rPr lang="vi-VN" sz="2200" b="0" i="0" dirty="0" err="1">
                <a:solidFill>
                  <a:schemeClr val="bg1">
                    <a:lumMod val="95000"/>
                  </a:schemeClr>
                </a:solidFill>
                <a:effectLst/>
                <a:latin typeface="+mj-lt"/>
              </a:rPr>
              <a:t>diện</a:t>
            </a:r>
            <a:r>
              <a:rPr lang="vi-VN" sz="2200" b="0" i="0" dirty="0">
                <a:solidFill>
                  <a:schemeClr val="bg1">
                    <a:lumMod val="95000"/>
                  </a:schemeClr>
                </a:solidFill>
                <a:effectLst/>
                <a:latin typeface="+mj-lt"/>
              </a:rPr>
              <a:t> </a:t>
            </a:r>
            <a:r>
              <a:rPr lang="vi-VN" sz="2200" b="0" i="0" dirty="0" err="1">
                <a:solidFill>
                  <a:schemeClr val="bg1">
                    <a:lumMod val="95000"/>
                  </a:schemeClr>
                </a:solidFill>
                <a:effectLst/>
                <a:latin typeface="+mj-lt"/>
              </a:rPr>
              <a:t>đồ</a:t>
            </a:r>
            <a:r>
              <a:rPr lang="vi-VN" sz="2200" b="0" i="0" dirty="0">
                <a:solidFill>
                  <a:schemeClr val="bg1">
                    <a:lumMod val="95000"/>
                  </a:schemeClr>
                </a:solidFill>
                <a:effectLst/>
                <a:latin typeface="+mj-lt"/>
              </a:rPr>
              <a:t> </a:t>
            </a:r>
            <a:r>
              <a:rPr lang="vi-VN" sz="2200" b="0" i="0" dirty="0" err="1">
                <a:solidFill>
                  <a:schemeClr val="bg1">
                    <a:lumMod val="95000"/>
                  </a:schemeClr>
                </a:solidFill>
                <a:effectLst/>
                <a:latin typeface="+mj-lt"/>
              </a:rPr>
              <a:t>họa</a:t>
            </a:r>
            <a:r>
              <a:rPr lang="vi-VN" sz="2200" b="0" i="0" dirty="0">
                <a:solidFill>
                  <a:schemeClr val="bg1">
                    <a:lumMod val="95000"/>
                  </a:schemeClr>
                </a:solidFill>
                <a:effectLst/>
                <a:latin typeface="+mj-lt"/>
              </a:rPr>
              <a:t> </a:t>
            </a:r>
            <a:r>
              <a:rPr lang="vi-VN" sz="2200" b="0" i="0" dirty="0" err="1">
                <a:solidFill>
                  <a:schemeClr val="bg1">
                    <a:lumMod val="95000"/>
                  </a:schemeClr>
                </a:solidFill>
                <a:effectLst/>
                <a:latin typeface="+mj-lt"/>
              </a:rPr>
              <a:t>hoặc</a:t>
            </a:r>
            <a:r>
              <a:rPr lang="vi-VN" sz="2200" b="0" i="0" dirty="0">
                <a:solidFill>
                  <a:schemeClr val="bg1">
                    <a:lumMod val="95000"/>
                  </a:schemeClr>
                </a:solidFill>
                <a:effectLst/>
                <a:latin typeface="+mj-lt"/>
              </a:rPr>
              <a:t> </a:t>
            </a:r>
            <a:r>
              <a:rPr lang="vi-VN" sz="2200" b="0" i="0" dirty="0" err="1">
                <a:solidFill>
                  <a:schemeClr val="bg1">
                    <a:lumMod val="95000"/>
                  </a:schemeClr>
                </a:solidFill>
                <a:effectLst/>
                <a:latin typeface="+mj-lt"/>
              </a:rPr>
              <a:t>dòng</a:t>
            </a:r>
            <a:r>
              <a:rPr lang="vi-VN" sz="2200" b="0" i="0" dirty="0">
                <a:solidFill>
                  <a:schemeClr val="bg1">
                    <a:lumMod val="95000"/>
                  </a:schemeClr>
                </a:solidFill>
                <a:effectLst/>
                <a:latin typeface="+mj-lt"/>
              </a:rPr>
              <a:t> </a:t>
            </a:r>
            <a:r>
              <a:rPr lang="vi-VN" sz="2200" b="0" i="0" dirty="0" err="1">
                <a:solidFill>
                  <a:schemeClr val="bg1">
                    <a:lumMod val="95000"/>
                  </a:schemeClr>
                </a:solidFill>
                <a:effectLst/>
                <a:latin typeface="+mj-lt"/>
              </a:rPr>
              <a:t>lệnh</a:t>
            </a:r>
            <a:r>
              <a:rPr lang="vi-VN" sz="2200" b="0" i="0" dirty="0">
                <a:solidFill>
                  <a:schemeClr val="bg1">
                    <a:lumMod val="95000"/>
                  </a:schemeClr>
                </a:solidFill>
                <a:effectLst/>
                <a:latin typeface="+mj-lt"/>
              </a:rPr>
              <a:t>. Tuy </a:t>
            </a:r>
            <a:r>
              <a:rPr lang="vi-VN" sz="2200" b="0" i="0" dirty="0" err="1">
                <a:solidFill>
                  <a:schemeClr val="bg1">
                    <a:lumMod val="95000"/>
                  </a:schemeClr>
                </a:solidFill>
                <a:effectLst/>
                <a:latin typeface="+mj-lt"/>
              </a:rPr>
              <a:t>rằng</a:t>
            </a:r>
            <a:r>
              <a:rPr lang="vi-VN" sz="2200" b="0" i="0" dirty="0">
                <a:solidFill>
                  <a:schemeClr val="bg1">
                    <a:lumMod val="95000"/>
                  </a:schemeClr>
                </a:solidFill>
                <a:effectLst/>
                <a:latin typeface="+mj-lt"/>
              </a:rPr>
              <a:t> SSMS </a:t>
            </a:r>
            <a:r>
              <a:rPr lang="vi-VN" sz="2200" b="0" i="0" dirty="0" err="1">
                <a:solidFill>
                  <a:schemeClr val="bg1">
                    <a:lumMod val="95000"/>
                  </a:schemeClr>
                </a:solidFill>
                <a:effectLst/>
                <a:latin typeface="+mj-lt"/>
              </a:rPr>
              <a:t>được</a:t>
            </a:r>
            <a:r>
              <a:rPr lang="vi-VN" sz="2200" b="0" i="0" dirty="0">
                <a:solidFill>
                  <a:schemeClr val="bg1">
                    <a:lumMod val="95000"/>
                  </a:schemeClr>
                </a:solidFill>
                <a:effectLst/>
                <a:latin typeface="+mj-lt"/>
              </a:rPr>
              <a:t> </a:t>
            </a:r>
            <a:r>
              <a:rPr lang="vi-VN" sz="2200" b="0" i="0" dirty="0" err="1">
                <a:solidFill>
                  <a:schemeClr val="bg1">
                    <a:lumMod val="95000"/>
                  </a:schemeClr>
                </a:solidFill>
                <a:effectLst/>
                <a:latin typeface="+mj-lt"/>
              </a:rPr>
              <a:t>thiết</a:t>
            </a:r>
            <a:r>
              <a:rPr lang="vi-VN" sz="2200" b="0" i="0" dirty="0">
                <a:solidFill>
                  <a:schemeClr val="bg1">
                    <a:lumMod val="95000"/>
                  </a:schemeClr>
                </a:solidFill>
                <a:effectLst/>
                <a:latin typeface="+mj-lt"/>
              </a:rPr>
              <a:t> </a:t>
            </a:r>
            <a:r>
              <a:rPr lang="vi-VN" sz="2200" b="0" i="0" dirty="0" err="1">
                <a:solidFill>
                  <a:schemeClr val="bg1">
                    <a:lumMod val="95000"/>
                  </a:schemeClr>
                </a:solidFill>
                <a:effectLst/>
                <a:latin typeface="+mj-lt"/>
              </a:rPr>
              <a:t>kế</a:t>
            </a:r>
            <a:r>
              <a:rPr lang="vi-VN" sz="2200" b="0" i="0" dirty="0">
                <a:solidFill>
                  <a:schemeClr val="bg1">
                    <a:lumMod val="95000"/>
                  </a:schemeClr>
                </a:solidFill>
                <a:effectLst/>
                <a:latin typeface="+mj-lt"/>
              </a:rPr>
              <a:t> đơn </a:t>
            </a:r>
            <a:r>
              <a:rPr lang="vi-VN" sz="2200" b="0" i="0" dirty="0" err="1">
                <a:solidFill>
                  <a:schemeClr val="bg1">
                    <a:lumMod val="95000"/>
                  </a:schemeClr>
                </a:solidFill>
                <a:effectLst/>
                <a:latin typeface="+mj-lt"/>
              </a:rPr>
              <a:t>giản</a:t>
            </a:r>
            <a:r>
              <a:rPr lang="vi-VN" sz="2200" b="0" i="0" dirty="0">
                <a:solidFill>
                  <a:schemeClr val="bg1">
                    <a:lumMod val="95000"/>
                  </a:schemeClr>
                </a:solidFill>
                <a:effectLst/>
                <a:latin typeface="+mj-lt"/>
              </a:rPr>
              <a:t> nhưng </a:t>
            </a:r>
            <a:r>
              <a:rPr lang="vi-VN" sz="2200" b="0" i="0" dirty="0" err="1">
                <a:solidFill>
                  <a:schemeClr val="bg1">
                    <a:lumMod val="95000"/>
                  </a:schemeClr>
                </a:solidFill>
                <a:effectLst/>
                <a:latin typeface="+mj-lt"/>
              </a:rPr>
              <a:t>bạn</a:t>
            </a:r>
            <a:r>
              <a:rPr lang="vi-VN" sz="2200" b="0" i="0" dirty="0">
                <a:solidFill>
                  <a:schemeClr val="bg1">
                    <a:lumMod val="95000"/>
                  </a:schemeClr>
                </a:solidFill>
                <a:effectLst/>
                <a:latin typeface="+mj-lt"/>
              </a:rPr>
              <a:t> </a:t>
            </a:r>
            <a:r>
              <a:rPr lang="vi-VN" sz="2200" b="0" i="0" dirty="0" err="1">
                <a:solidFill>
                  <a:schemeClr val="bg1">
                    <a:lumMod val="95000"/>
                  </a:schemeClr>
                </a:solidFill>
                <a:effectLst/>
                <a:latin typeface="+mj-lt"/>
              </a:rPr>
              <a:t>cũng</a:t>
            </a:r>
            <a:r>
              <a:rPr lang="vi-VN" sz="2200" b="0" i="0" dirty="0">
                <a:solidFill>
                  <a:schemeClr val="bg1">
                    <a:lumMod val="95000"/>
                  </a:schemeClr>
                </a:solidFill>
                <a:effectLst/>
                <a:latin typeface="+mj-lt"/>
              </a:rPr>
              <a:t> </a:t>
            </a:r>
            <a:r>
              <a:rPr lang="vi-VN" sz="2200" b="0" i="0" dirty="0" err="1">
                <a:solidFill>
                  <a:schemeClr val="bg1">
                    <a:lumMod val="95000"/>
                  </a:schemeClr>
                </a:solidFill>
                <a:effectLst/>
                <a:latin typeface="+mj-lt"/>
              </a:rPr>
              <a:t>cần</a:t>
            </a:r>
            <a:r>
              <a:rPr lang="vi-VN" sz="2200" b="0" i="0" dirty="0">
                <a:solidFill>
                  <a:schemeClr val="bg1">
                    <a:lumMod val="95000"/>
                  </a:schemeClr>
                </a:solidFill>
                <a:effectLst/>
                <a:latin typeface="+mj-lt"/>
              </a:rPr>
              <a:t> </a:t>
            </a:r>
            <a:r>
              <a:rPr lang="vi-VN" sz="2200" b="0" i="0" dirty="0" err="1">
                <a:solidFill>
                  <a:schemeClr val="bg1">
                    <a:lumMod val="95000"/>
                  </a:schemeClr>
                </a:solidFill>
                <a:effectLst/>
                <a:latin typeface="+mj-lt"/>
              </a:rPr>
              <a:t>có</a:t>
            </a:r>
            <a:r>
              <a:rPr lang="vi-VN" sz="2200" b="0" i="0" dirty="0">
                <a:solidFill>
                  <a:schemeClr val="bg1">
                    <a:lumMod val="95000"/>
                  </a:schemeClr>
                </a:solidFill>
                <a:effectLst/>
                <a:latin typeface="+mj-lt"/>
              </a:rPr>
              <a:t> </a:t>
            </a:r>
            <a:r>
              <a:rPr lang="vi-VN" sz="2200" b="0" i="0" dirty="0" err="1">
                <a:solidFill>
                  <a:schemeClr val="bg1">
                    <a:lumMod val="95000"/>
                  </a:schemeClr>
                </a:solidFill>
                <a:effectLst/>
                <a:latin typeface="+mj-lt"/>
              </a:rPr>
              <a:t>thời</a:t>
            </a:r>
            <a:r>
              <a:rPr lang="vi-VN" sz="2200" b="0" i="0" dirty="0">
                <a:solidFill>
                  <a:schemeClr val="bg1">
                    <a:lumMod val="95000"/>
                  </a:schemeClr>
                </a:solidFill>
                <a:effectLst/>
                <a:latin typeface="+mj-lt"/>
              </a:rPr>
              <a:t> gian </a:t>
            </a:r>
            <a:r>
              <a:rPr lang="vi-VN" sz="2200" b="0" i="0" dirty="0" err="1">
                <a:solidFill>
                  <a:schemeClr val="bg1">
                    <a:lumMod val="95000"/>
                  </a:schemeClr>
                </a:solidFill>
                <a:effectLst/>
                <a:latin typeface="+mj-lt"/>
              </a:rPr>
              <a:t>để</a:t>
            </a:r>
            <a:r>
              <a:rPr lang="vi-VN" sz="2200" b="0" i="0" dirty="0">
                <a:solidFill>
                  <a:schemeClr val="bg1">
                    <a:lumMod val="95000"/>
                  </a:schemeClr>
                </a:solidFill>
                <a:effectLst/>
                <a:latin typeface="+mj-lt"/>
              </a:rPr>
              <a:t> </a:t>
            </a:r>
            <a:r>
              <a:rPr lang="vi-VN" sz="2200" b="0" i="0" dirty="0" err="1">
                <a:solidFill>
                  <a:schemeClr val="bg1">
                    <a:lumMod val="95000"/>
                  </a:schemeClr>
                </a:solidFill>
                <a:effectLst/>
                <a:latin typeface="+mj-lt"/>
              </a:rPr>
              <a:t>làm</a:t>
            </a:r>
            <a:r>
              <a:rPr lang="vi-VN" sz="2200" b="0" i="0" dirty="0">
                <a:solidFill>
                  <a:schemeClr val="bg1">
                    <a:lumMod val="95000"/>
                  </a:schemeClr>
                </a:solidFill>
                <a:effectLst/>
                <a:latin typeface="+mj-lt"/>
              </a:rPr>
              <a:t> quen.</a:t>
            </a:r>
            <a:endParaRPr lang="en-US" sz="2200" dirty="0">
              <a:solidFill>
                <a:schemeClr val="bg1">
                  <a:lumMod val="95000"/>
                </a:schemeClr>
              </a:solidFill>
              <a:latin typeface="+mj-lt"/>
            </a:endParaRPr>
          </a:p>
        </p:txBody>
      </p:sp>
      <p:pic>
        <p:nvPicPr>
          <p:cNvPr id="4" name="Hình ảnh 3" descr="Ảnh có chứa văn bản&#10;&#10;Mô tả được tạo tự động">
            <a:extLst>
              <a:ext uri="{FF2B5EF4-FFF2-40B4-BE49-F238E27FC236}">
                <a16:creationId xmlns:a16="http://schemas.microsoft.com/office/drawing/2014/main" id="{804B95E4-195F-50D9-CDFB-6B1E14196825}"/>
              </a:ext>
            </a:extLst>
          </p:cNvPr>
          <p:cNvPicPr>
            <a:picLocks noChangeAspect="1"/>
          </p:cNvPicPr>
          <p:nvPr/>
        </p:nvPicPr>
        <p:blipFill rotWithShape="1">
          <a:blip r:embed="rId2">
            <a:extLst>
              <a:ext uri="{28A0092B-C50C-407E-A947-70E740481C1C}">
                <a14:useLocalDpi xmlns:a14="http://schemas.microsoft.com/office/drawing/2010/main" val="0"/>
              </a:ext>
            </a:extLst>
          </a:blip>
          <a:srcRect l="27648" r="26173"/>
          <a:stretch/>
        </p:blipFill>
        <p:spPr>
          <a:xfrm>
            <a:off x="7675658" y="2093976"/>
            <a:ext cx="3941064" cy="4096512"/>
          </a:xfrm>
          <a:prstGeom prst="rect">
            <a:avLst/>
          </a:prstGeom>
        </p:spPr>
      </p:pic>
    </p:spTree>
    <p:extLst>
      <p:ext uri="{BB962C8B-B14F-4D97-AF65-F5344CB8AC3E}">
        <p14:creationId xmlns:p14="http://schemas.microsoft.com/office/powerpoint/2010/main" val="10686772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Chỗ dành sẵn cho Nội dung 4" descr="Ảnh có chứa văn bản, người&#10;&#10;Mô tả được tạo tự động">
            <a:extLst>
              <a:ext uri="{FF2B5EF4-FFF2-40B4-BE49-F238E27FC236}">
                <a16:creationId xmlns:a16="http://schemas.microsoft.com/office/drawing/2014/main" id="{BF51EBC2-9256-E0BE-7209-3E4D2C469174}"/>
              </a:ext>
            </a:extLst>
          </p:cNvPr>
          <p:cNvPicPr>
            <a:picLocks noGrp="1" noChangeAspect="1"/>
          </p:cNvPicPr>
          <p:nvPr>
            <p:ph idx="1"/>
          </p:nvPr>
        </p:nvPicPr>
        <p:blipFill rotWithShape="1">
          <a:blip r:embed="rId2">
            <a:alphaModFix amt="50000"/>
            <a:extLst>
              <a:ext uri="{28A0092B-C50C-407E-A947-70E740481C1C}">
                <a14:useLocalDpi xmlns:a14="http://schemas.microsoft.com/office/drawing/2010/main" val="0"/>
              </a:ext>
            </a:extLst>
          </a:blip>
          <a:srcRect t="22445" r="-1" b="743"/>
          <a:stretch/>
        </p:blipFill>
        <p:spPr>
          <a:xfrm>
            <a:off x="22" y="0"/>
            <a:ext cx="12188930" cy="6857990"/>
          </a:xfrm>
          <a:prstGeom prst="rect">
            <a:avLst/>
          </a:prstGeom>
        </p:spPr>
      </p:pic>
      <p:sp>
        <p:nvSpPr>
          <p:cNvPr id="2" name="Tiêu đề 1">
            <a:extLst>
              <a:ext uri="{FF2B5EF4-FFF2-40B4-BE49-F238E27FC236}">
                <a16:creationId xmlns:a16="http://schemas.microsoft.com/office/drawing/2014/main" id="{4867ECBD-77F2-1310-EA83-59F1D8511436}"/>
              </a:ext>
            </a:extLst>
          </p:cNvPr>
          <p:cNvSpPr>
            <a:spLocks noGrp="1"/>
          </p:cNvSpPr>
          <p:nvPr>
            <p:ph type="title"/>
          </p:nvPr>
        </p:nvSpPr>
        <p:spPr>
          <a:xfrm>
            <a:off x="1524000" y="1122362"/>
            <a:ext cx="9144000" cy="3846801"/>
          </a:xfrm>
          <a:ln>
            <a:noFill/>
          </a:ln>
        </p:spPr>
        <p:txBody>
          <a:bodyPr vert="horz" lIns="91440" tIns="45720" rIns="91440" bIns="45720" rtlCol="0" anchor="b">
            <a:noAutofit/>
          </a:bodyPr>
          <a:lstStyle/>
          <a:p>
            <a:pPr algn="ctr"/>
            <a:r>
              <a:rPr lang="en-US" sz="6600" dirty="0">
                <a:ln>
                  <a:solidFill>
                    <a:schemeClr val="bg1"/>
                  </a:solidFill>
                </a:ln>
                <a:solidFill>
                  <a:srgbClr val="FFFFFF"/>
                </a:solidFill>
                <a:latin typeface="Times New Roman" panose="02020603050405020304" pitchFamily="18" charset="0"/>
                <a:cs typeface="Times New Roman" panose="02020603050405020304" pitchFamily="18" charset="0"/>
              </a:rPr>
              <a:t>IV.</a:t>
            </a:r>
            <a:r>
              <a:rPr lang="en-US" sz="6600" dirty="0">
                <a:ln>
                  <a:solidFill>
                    <a:schemeClr val="bg1"/>
                  </a:solidFill>
                </a:ln>
                <a:solidFill>
                  <a:srgbClr val="FFFFFF"/>
                </a:solidFill>
                <a:effectLst/>
                <a:latin typeface="Times New Roman" panose="02020603050405020304" pitchFamily="18" charset="0"/>
                <a:cs typeface="Times New Roman" panose="02020603050405020304" pitchFamily="18" charset="0"/>
              </a:rPr>
              <a:t> </a:t>
            </a:r>
            <a:r>
              <a:rPr lang="vi-VN" sz="6600" dirty="0">
                <a:ln>
                  <a:solidFill>
                    <a:schemeClr val="bg1"/>
                  </a:solidFill>
                </a:ln>
                <a:effectLst/>
                <a:latin typeface="Times New Roman" panose="02020603050405020304" pitchFamily="18" charset="0"/>
                <a:ea typeface="Calibri" panose="020F0502020204030204" pitchFamily="34" charset="0"/>
                <a:cs typeface="Times New Roman" panose="02020603050405020304" pitchFamily="18" charset="0"/>
              </a:rPr>
              <a:t>PHÂN TÍCH, THIẾT KẾ, CODING CHƯƠNG TRÌNH MÌNH CHỌN</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sz="6600" dirty="0">
              <a:ln>
                <a:solidFill>
                  <a:schemeClr val="bg1"/>
                </a:solidFill>
              </a:ln>
              <a:solidFill>
                <a:srgbClr val="FFFFFF"/>
              </a:solidFill>
            </a:endParaRPr>
          </a:p>
        </p:txBody>
      </p:sp>
      <p:sp>
        <p:nvSpPr>
          <p:cNvPr id="17"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rgbClr val="FFFFFF">
                <a:alpha val="75000"/>
              </a:srgb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40827858"/>
      </p:ext>
    </p:extLst>
  </p:cSld>
  <p:clrMapOvr>
    <a:overrideClrMapping bg1="dk1" tx1="lt1" bg2="dk2" tx2="lt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16" name="Rectangle 14">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0BC2D9B5-99BB-90E0-0A63-27A4D1F5F5B4}"/>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b="1" kern="1200" dirty="0">
                <a:solidFill>
                  <a:schemeClr val="bg1"/>
                </a:solidFill>
                <a:effectLst/>
                <a:latin typeface="+mj-lt"/>
                <a:ea typeface="+mj-ea"/>
                <a:cs typeface="+mj-cs"/>
              </a:rPr>
              <a:t>1.Chức </a:t>
            </a:r>
            <a:r>
              <a:rPr lang="en-US" sz="6600" b="1" kern="1200" dirty="0" err="1">
                <a:solidFill>
                  <a:schemeClr val="bg1"/>
                </a:solidFill>
                <a:effectLst/>
                <a:latin typeface="+mj-lt"/>
                <a:ea typeface="+mj-ea"/>
                <a:cs typeface="+mj-cs"/>
              </a:rPr>
              <a:t>năng</a:t>
            </a:r>
            <a:r>
              <a:rPr lang="en-US" sz="6600" b="1" kern="1200" dirty="0">
                <a:solidFill>
                  <a:schemeClr val="bg1"/>
                </a:solidFill>
                <a:effectLst/>
                <a:latin typeface="+mj-lt"/>
                <a:ea typeface="+mj-ea"/>
                <a:cs typeface="+mj-cs"/>
              </a:rPr>
              <a:t> </a:t>
            </a:r>
            <a:r>
              <a:rPr lang="en-US" sz="6600" b="1" kern="1200" dirty="0" err="1">
                <a:solidFill>
                  <a:schemeClr val="bg1"/>
                </a:solidFill>
                <a:effectLst/>
                <a:latin typeface="+mj-lt"/>
                <a:ea typeface="+mj-ea"/>
                <a:cs typeface="+mj-cs"/>
              </a:rPr>
              <a:t>đăng</a:t>
            </a:r>
            <a:r>
              <a:rPr lang="en-US" sz="6600" b="1" kern="1200" dirty="0">
                <a:solidFill>
                  <a:schemeClr val="bg1"/>
                </a:solidFill>
                <a:effectLst/>
                <a:latin typeface="+mj-lt"/>
                <a:ea typeface="+mj-ea"/>
                <a:cs typeface="+mj-cs"/>
              </a:rPr>
              <a:t> </a:t>
            </a:r>
            <a:r>
              <a:rPr lang="en-US" sz="6600" b="1" kern="1200" dirty="0" err="1">
                <a:solidFill>
                  <a:schemeClr val="bg1"/>
                </a:solidFill>
                <a:effectLst/>
                <a:latin typeface="+mj-lt"/>
                <a:ea typeface="+mj-ea"/>
                <a:cs typeface="+mj-cs"/>
              </a:rPr>
              <a:t>nhập</a:t>
            </a:r>
            <a:r>
              <a:rPr lang="en-US" sz="6600" b="1" kern="1200" dirty="0">
                <a:solidFill>
                  <a:schemeClr val="bg1"/>
                </a:solidFill>
                <a:effectLst/>
                <a:latin typeface="+mj-lt"/>
                <a:ea typeface="+mj-ea"/>
                <a:cs typeface="+mj-cs"/>
              </a:rPr>
              <a:t>:</a:t>
            </a:r>
            <a:endParaRPr lang="en-US" sz="6600" b="1" kern="1200" dirty="0">
              <a:solidFill>
                <a:schemeClr val="bg1"/>
              </a:solidFill>
              <a:latin typeface="+mj-lt"/>
              <a:ea typeface="+mj-ea"/>
              <a:cs typeface="+mj-cs"/>
            </a:endParaRPr>
          </a:p>
        </p:txBody>
      </p:sp>
      <p:sp>
        <p:nvSpPr>
          <p:cNvPr id="6" name="Chỗ dành sẵn cho Văn bản 5">
            <a:extLst>
              <a:ext uri="{FF2B5EF4-FFF2-40B4-BE49-F238E27FC236}">
                <a16:creationId xmlns:a16="http://schemas.microsoft.com/office/drawing/2014/main" id="{76E9CBEA-3627-C35B-6317-90DEBDB73FB8}"/>
              </a:ext>
            </a:extLst>
          </p:cNvPr>
          <p:cNvSpPr>
            <a:spLocks noGrp="1"/>
          </p:cNvSpPr>
          <p:nvPr>
            <p:ph type="body" idx="1"/>
          </p:nvPr>
        </p:nvSpPr>
        <p:spPr>
          <a:xfrm>
            <a:off x="638881" y="1809541"/>
            <a:ext cx="10909643" cy="687406"/>
          </a:xfrm>
        </p:spPr>
        <p:txBody>
          <a:bodyPr vert="horz" lIns="91440" tIns="45720" rIns="91440" bIns="45720" rtlCol="0" anchor="ctr">
            <a:normAutofit/>
          </a:bodyPr>
          <a:lstStyle/>
          <a:p>
            <a:pPr algn="ctr"/>
            <a:r>
              <a:rPr lang="en-US" kern="1200" dirty="0">
                <a:solidFill>
                  <a:schemeClr val="bg1"/>
                </a:solidFill>
                <a:effectLst/>
                <a:latin typeface="+mn-lt"/>
                <a:ea typeface="+mn-ea"/>
                <a:cs typeface="+mn-cs"/>
              </a:rPr>
              <a:t>Form </a:t>
            </a:r>
            <a:r>
              <a:rPr lang="en-US" kern="1200" dirty="0" err="1">
                <a:solidFill>
                  <a:schemeClr val="bg1"/>
                </a:solidFill>
                <a:effectLst/>
                <a:latin typeface="+mn-lt"/>
                <a:ea typeface="+mn-ea"/>
                <a:cs typeface="+mn-cs"/>
              </a:rPr>
              <a:t>màn</a:t>
            </a:r>
            <a:r>
              <a:rPr lang="en-US" kern="1200" dirty="0">
                <a:solidFill>
                  <a:schemeClr val="bg1"/>
                </a:solidFill>
                <a:effectLst/>
                <a:latin typeface="+mn-lt"/>
                <a:ea typeface="+mn-ea"/>
                <a:cs typeface="+mn-cs"/>
              </a:rPr>
              <a:t> </a:t>
            </a:r>
            <a:r>
              <a:rPr lang="en-US" kern="1200" dirty="0" err="1">
                <a:solidFill>
                  <a:schemeClr val="bg1"/>
                </a:solidFill>
                <a:effectLst/>
                <a:latin typeface="+mn-lt"/>
                <a:ea typeface="+mn-ea"/>
                <a:cs typeface="+mn-cs"/>
              </a:rPr>
              <a:t>hình</a:t>
            </a:r>
            <a:r>
              <a:rPr lang="en-US" kern="1200" dirty="0">
                <a:solidFill>
                  <a:schemeClr val="bg1"/>
                </a:solidFill>
                <a:effectLst/>
                <a:latin typeface="+mn-lt"/>
                <a:ea typeface="+mn-ea"/>
                <a:cs typeface="+mn-cs"/>
              </a:rPr>
              <a:t> </a:t>
            </a:r>
            <a:r>
              <a:rPr lang="en-US" kern="1200" dirty="0" err="1">
                <a:solidFill>
                  <a:schemeClr val="bg1"/>
                </a:solidFill>
                <a:effectLst/>
                <a:latin typeface="+mn-lt"/>
                <a:ea typeface="+mn-ea"/>
                <a:cs typeface="+mn-cs"/>
              </a:rPr>
              <a:t>đăng</a:t>
            </a:r>
            <a:r>
              <a:rPr lang="en-US" kern="1200" dirty="0">
                <a:solidFill>
                  <a:schemeClr val="bg1"/>
                </a:solidFill>
                <a:effectLst/>
                <a:latin typeface="+mn-lt"/>
                <a:ea typeface="+mn-ea"/>
                <a:cs typeface="+mn-cs"/>
              </a:rPr>
              <a:t> </a:t>
            </a:r>
            <a:r>
              <a:rPr lang="en-US" kern="1200" dirty="0" err="1">
                <a:solidFill>
                  <a:schemeClr val="bg1"/>
                </a:solidFill>
                <a:effectLst/>
                <a:latin typeface="+mn-lt"/>
                <a:ea typeface="+mn-ea"/>
                <a:cs typeface="+mn-cs"/>
              </a:rPr>
              <a:t>nhập</a:t>
            </a:r>
            <a:r>
              <a:rPr lang="en-US" kern="1200" dirty="0">
                <a:solidFill>
                  <a:schemeClr val="bg1"/>
                </a:solidFill>
                <a:effectLst/>
                <a:latin typeface="+mn-lt"/>
                <a:ea typeface="+mn-ea"/>
                <a:cs typeface="+mn-cs"/>
              </a:rPr>
              <a:t>:</a:t>
            </a:r>
          </a:p>
        </p:txBody>
      </p:sp>
      <p:sp>
        <p:nvSpPr>
          <p:cNvPr id="18"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1200">
            <a:extLst>
              <a:ext uri="{FF2B5EF4-FFF2-40B4-BE49-F238E27FC236}">
                <a16:creationId xmlns:a16="http://schemas.microsoft.com/office/drawing/2014/main" id="{C9C1C7D6-3EA4-AE17-0AA2-66C82087B3D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2920711" y="2633472"/>
            <a:ext cx="6347529" cy="3586353"/>
          </a:xfrm>
          <a:prstGeom prst="rect">
            <a:avLst/>
          </a:prstGeom>
          <a:noFill/>
        </p:spPr>
      </p:pic>
    </p:spTree>
    <p:extLst>
      <p:ext uri="{BB962C8B-B14F-4D97-AF65-F5344CB8AC3E}">
        <p14:creationId xmlns:p14="http://schemas.microsoft.com/office/powerpoint/2010/main" val="20885429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0BC2D9B5-99BB-90E0-0A63-27A4D1F5F5B4}"/>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b="1" kern="1200" dirty="0">
                <a:solidFill>
                  <a:schemeClr val="bg1"/>
                </a:solidFill>
                <a:effectLst/>
                <a:latin typeface="+mj-lt"/>
                <a:ea typeface="+mj-ea"/>
                <a:cs typeface="+mj-cs"/>
              </a:rPr>
              <a:t>2.Chức </a:t>
            </a:r>
            <a:r>
              <a:rPr lang="en-US" sz="6600" b="1" kern="1200" dirty="0" err="1">
                <a:solidFill>
                  <a:schemeClr val="bg1"/>
                </a:solidFill>
                <a:effectLst/>
                <a:latin typeface="+mj-lt"/>
                <a:ea typeface="+mj-ea"/>
                <a:cs typeface="+mj-cs"/>
              </a:rPr>
              <a:t>năng</a:t>
            </a:r>
            <a:r>
              <a:rPr lang="en-US" sz="6600" b="1" kern="1200" dirty="0">
                <a:solidFill>
                  <a:schemeClr val="bg1"/>
                </a:solidFill>
                <a:effectLst/>
                <a:latin typeface="+mj-lt"/>
                <a:ea typeface="+mj-ea"/>
                <a:cs typeface="+mj-cs"/>
              </a:rPr>
              <a:t> </a:t>
            </a:r>
            <a:r>
              <a:rPr lang="en-US" sz="6600" b="1" kern="1200" dirty="0" err="1">
                <a:solidFill>
                  <a:schemeClr val="bg1"/>
                </a:solidFill>
                <a:effectLst/>
                <a:latin typeface="+mj-lt"/>
                <a:ea typeface="+mj-ea"/>
                <a:cs typeface="+mj-cs"/>
              </a:rPr>
              <a:t>quản</a:t>
            </a:r>
            <a:r>
              <a:rPr lang="en-US" sz="6600" b="1" kern="1200" dirty="0">
                <a:solidFill>
                  <a:schemeClr val="bg1"/>
                </a:solidFill>
                <a:effectLst/>
                <a:latin typeface="+mj-lt"/>
                <a:ea typeface="+mj-ea"/>
                <a:cs typeface="+mj-cs"/>
              </a:rPr>
              <a:t> </a:t>
            </a:r>
            <a:r>
              <a:rPr lang="en-US" sz="6600" b="1" kern="1200" dirty="0" err="1">
                <a:solidFill>
                  <a:schemeClr val="bg1"/>
                </a:solidFill>
                <a:effectLst/>
                <a:latin typeface="+mj-lt"/>
                <a:ea typeface="+mj-ea"/>
                <a:cs typeface="+mj-cs"/>
              </a:rPr>
              <a:t>lý</a:t>
            </a:r>
            <a:r>
              <a:rPr lang="en-US" sz="6600" b="1" kern="1200" dirty="0">
                <a:solidFill>
                  <a:schemeClr val="bg1"/>
                </a:solidFill>
                <a:effectLst/>
                <a:latin typeface="+mj-lt"/>
                <a:ea typeface="+mj-ea"/>
                <a:cs typeface="+mj-cs"/>
              </a:rPr>
              <a:t> </a:t>
            </a:r>
            <a:r>
              <a:rPr lang="en-US" sz="6600" b="1" kern="1200" dirty="0" err="1">
                <a:solidFill>
                  <a:schemeClr val="bg1"/>
                </a:solidFill>
                <a:effectLst/>
                <a:latin typeface="+mj-lt"/>
                <a:ea typeface="+mj-ea"/>
                <a:cs typeface="+mj-cs"/>
              </a:rPr>
              <a:t>điện</a:t>
            </a:r>
            <a:r>
              <a:rPr lang="en-US" sz="6600" b="1" kern="1200" dirty="0">
                <a:solidFill>
                  <a:schemeClr val="bg1"/>
                </a:solidFill>
                <a:effectLst/>
                <a:latin typeface="+mj-lt"/>
                <a:ea typeface="+mj-ea"/>
                <a:cs typeface="+mj-cs"/>
              </a:rPr>
              <a:t> </a:t>
            </a:r>
            <a:r>
              <a:rPr lang="en-US" sz="6600" b="1" kern="1200" dirty="0" err="1">
                <a:solidFill>
                  <a:schemeClr val="bg1"/>
                </a:solidFill>
                <a:effectLst/>
                <a:latin typeface="+mj-lt"/>
                <a:ea typeface="+mj-ea"/>
                <a:cs typeface="+mj-cs"/>
              </a:rPr>
              <a:t>thoại</a:t>
            </a:r>
            <a:r>
              <a:rPr lang="en-US" sz="6600" b="1" kern="1200" dirty="0">
                <a:solidFill>
                  <a:schemeClr val="bg1"/>
                </a:solidFill>
                <a:effectLst/>
                <a:latin typeface="+mj-lt"/>
                <a:ea typeface="+mj-ea"/>
                <a:cs typeface="+mj-cs"/>
              </a:rPr>
              <a:t>:</a:t>
            </a:r>
            <a:endParaRPr lang="en-US" sz="6600" b="1" kern="1200" dirty="0">
              <a:solidFill>
                <a:schemeClr val="bg1"/>
              </a:solidFill>
              <a:latin typeface="+mj-lt"/>
              <a:ea typeface="+mj-ea"/>
              <a:cs typeface="+mj-cs"/>
            </a:endParaRPr>
          </a:p>
        </p:txBody>
      </p:sp>
      <p:sp>
        <p:nvSpPr>
          <p:cNvPr id="6" name="Chỗ dành sẵn cho Văn bản 5">
            <a:extLst>
              <a:ext uri="{FF2B5EF4-FFF2-40B4-BE49-F238E27FC236}">
                <a16:creationId xmlns:a16="http://schemas.microsoft.com/office/drawing/2014/main" id="{76E9CBEA-3627-C35B-6317-90DEBDB73FB8}"/>
              </a:ext>
            </a:extLst>
          </p:cNvPr>
          <p:cNvSpPr>
            <a:spLocks noGrp="1"/>
          </p:cNvSpPr>
          <p:nvPr>
            <p:ph type="body" idx="1"/>
          </p:nvPr>
        </p:nvSpPr>
        <p:spPr>
          <a:xfrm>
            <a:off x="638881" y="1809541"/>
            <a:ext cx="10909643" cy="687406"/>
          </a:xfrm>
        </p:spPr>
        <p:txBody>
          <a:bodyPr vert="horz" lIns="91440" tIns="45720" rIns="91440" bIns="45720" rtlCol="0" anchor="ctr">
            <a:normAutofit/>
          </a:bodyPr>
          <a:lstStyle/>
          <a:p>
            <a:pPr algn="ctr"/>
            <a:r>
              <a:rPr lang="en-US" kern="1200" dirty="0">
                <a:solidFill>
                  <a:schemeClr val="bg1"/>
                </a:solidFill>
                <a:effectLst/>
                <a:latin typeface="+mn-lt"/>
                <a:ea typeface="+mn-ea"/>
                <a:cs typeface="+mn-cs"/>
              </a:rPr>
              <a:t>Form </a:t>
            </a:r>
            <a:r>
              <a:rPr lang="en-US" kern="1200" dirty="0" err="1">
                <a:solidFill>
                  <a:schemeClr val="bg1"/>
                </a:solidFill>
                <a:effectLst/>
                <a:latin typeface="+mn-lt"/>
                <a:ea typeface="+mn-ea"/>
                <a:cs typeface="+mn-cs"/>
              </a:rPr>
              <a:t>Màn</a:t>
            </a:r>
            <a:r>
              <a:rPr lang="en-US" kern="1200" dirty="0">
                <a:solidFill>
                  <a:schemeClr val="bg1"/>
                </a:solidFill>
                <a:effectLst/>
                <a:latin typeface="+mn-lt"/>
                <a:ea typeface="+mn-ea"/>
                <a:cs typeface="+mn-cs"/>
              </a:rPr>
              <a:t> </a:t>
            </a:r>
            <a:r>
              <a:rPr lang="en-US" kern="1200" dirty="0" err="1">
                <a:solidFill>
                  <a:schemeClr val="bg1"/>
                </a:solidFill>
                <a:effectLst/>
                <a:latin typeface="+mn-lt"/>
                <a:ea typeface="+mn-ea"/>
                <a:cs typeface="+mn-cs"/>
              </a:rPr>
              <a:t>hình</a:t>
            </a:r>
            <a:r>
              <a:rPr lang="en-US" kern="1200" dirty="0">
                <a:solidFill>
                  <a:schemeClr val="bg1"/>
                </a:solidFill>
                <a:effectLst/>
                <a:latin typeface="+mn-lt"/>
                <a:ea typeface="+mn-ea"/>
                <a:cs typeface="+mn-cs"/>
              </a:rPr>
              <a:t> </a:t>
            </a:r>
            <a:r>
              <a:rPr lang="en-US" kern="1200" dirty="0" err="1">
                <a:solidFill>
                  <a:schemeClr val="bg1"/>
                </a:solidFill>
                <a:effectLst/>
                <a:latin typeface="+mn-lt"/>
                <a:ea typeface="+mn-ea"/>
                <a:cs typeface="+mn-cs"/>
              </a:rPr>
              <a:t>quản</a:t>
            </a:r>
            <a:r>
              <a:rPr lang="en-US" kern="1200" dirty="0">
                <a:solidFill>
                  <a:schemeClr val="bg1"/>
                </a:solidFill>
                <a:effectLst/>
                <a:latin typeface="+mn-lt"/>
                <a:ea typeface="+mn-ea"/>
                <a:cs typeface="+mn-cs"/>
              </a:rPr>
              <a:t> </a:t>
            </a:r>
            <a:r>
              <a:rPr lang="en-US" kern="1200" dirty="0" err="1">
                <a:solidFill>
                  <a:schemeClr val="bg1"/>
                </a:solidFill>
                <a:effectLst/>
                <a:latin typeface="+mn-lt"/>
                <a:ea typeface="+mn-ea"/>
                <a:cs typeface="+mn-cs"/>
              </a:rPr>
              <a:t>lý</a:t>
            </a:r>
            <a:r>
              <a:rPr lang="en-US" kern="1200" dirty="0">
                <a:solidFill>
                  <a:schemeClr val="bg1"/>
                </a:solidFill>
                <a:effectLst/>
                <a:latin typeface="+mn-lt"/>
                <a:ea typeface="+mn-ea"/>
                <a:cs typeface="+mn-cs"/>
              </a:rPr>
              <a:t> </a:t>
            </a:r>
            <a:r>
              <a:rPr lang="en-US" kern="1200" dirty="0" err="1">
                <a:solidFill>
                  <a:schemeClr val="bg1"/>
                </a:solidFill>
                <a:effectLst/>
                <a:latin typeface="+mn-lt"/>
                <a:ea typeface="+mn-ea"/>
                <a:cs typeface="+mn-cs"/>
              </a:rPr>
              <a:t>điện</a:t>
            </a:r>
            <a:r>
              <a:rPr lang="en-US" kern="1200" dirty="0">
                <a:solidFill>
                  <a:schemeClr val="bg1"/>
                </a:solidFill>
                <a:effectLst/>
                <a:latin typeface="+mn-lt"/>
                <a:ea typeface="+mn-ea"/>
                <a:cs typeface="+mn-cs"/>
              </a:rPr>
              <a:t> </a:t>
            </a:r>
            <a:r>
              <a:rPr lang="en-US" kern="1200" dirty="0" err="1">
                <a:solidFill>
                  <a:schemeClr val="bg1"/>
                </a:solidFill>
                <a:effectLst/>
                <a:latin typeface="+mn-lt"/>
                <a:ea typeface="+mn-ea"/>
                <a:cs typeface="+mn-cs"/>
              </a:rPr>
              <a:t>thoại</a:t>
            </a:r>
            <a:r>
              <a:rPr lang="en-US" kern="1200" dirty="0">
                <a:solidFill>
                  <a:schemeClr val="bg1"/>
                </a:solidFill>
                <a:effectLst/>
                <a:latin typeface="+mn-lt"/>
                <a:ea typeface="+mn-ea"/>
                <a:cs typeface="+mn-cs"/>
              </a:rPr>
              <a:t>:</a:t>
            </a:r>
          </a:p>
        </p:txBody>
      </p:sp>
      <p:sp>
        <p:nvSpPr>
          <p:cNvPr id="16"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1202">
            <a:extLst>
              <a:ext uri="{FF2B5EF4-FFF2-40B4-BE49-F238E27FC236}">
                <a16:creationId xmlns:a16="http://schemas.microsoft.com/office/drawing/2014/main" id="{1527D8B2-58EA-A978-7B85-BFB700B42B0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2695088" y="2633472"/>
            <a:ext cx="6798775" cy="3586353"/>
          </a:xfrm>
          <a:prstGeom prst="rect">
            <a:avLst/>
          </a:prstGeom>
          <a:noFill/>
        </p:spPr>
      </p:pic>
    </p:spTree>
    <p:extLst>
      <p:ext uri="{BB962C8B-B14F-4D97-AF65-F5344CB8AC3E}">
        <p14:creationId xmlns:p14="http://schemas.microsoft.com/office/powerpoint/2010/main" val="6102238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0BC2D9B5-99BB-90E0-0A63-27A4D1F5F5B4}"/>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b="1" kern="1200" dirty="0">
                <a:solidFill>
                  <a:schemeClr val="bg1"/>
                </a:solidFill>
                <a:effectLst/>
                <a:latin typeface="+mj-lt"/>
                <a:ea typeface="+mj-ea"/>
                <a:cs typeface="+mj-cs"/>
              </a:rPr>
              <a:t>3.Chức </a:t>
            </a:r>
            <a:r>
              <a:rPr lang="en-US" sz="6600" b="1" kern="1200" dirty="0" err="1">
                <a:solidFill>
                  <a:schemeClr val="bg1"/>
                </a:solidFill>
                <a:effectLst/>
                <a:latin typeface="+mj-lt"/>
                <a:ea typeface="+mj-ea"/>
                <a:cs typeface="+mj-cs"/>
              </a:rPr>
              <a:t>năng</a:t>
            </a:r>
            <a:r>
              <a:rPr lang="en-US" sz="6600" b="1" kern="1200" dirty="0">
                <a:solidFill>
                  <a:schemeClr val="bg1"/>
                </a:solidFill>
                <a:effectLst/>
                <a:latin typeface="+mj-lt"/>
                <a:ea typeface="+mj-ea"/>
                <a:cs typeface="+mj-cs"/>
              </a:rPr>
              <a:t> </a:t>
            </a:r>
            <a:r>
              <a:rPr lang="en-US" sz="6600" b="1" kern="1200" dirty="0" err="1">
                <a:solidFill>
                  <a:schemeClr val="bg1"/>
                </a:solidFill>
                <a:effectLst/>
                <a:latin typeface="+mj-lt"/>
                <a:ea typeface="+mj-ea"/>
                <a:cs typeface="+mj-cs"/>
              </a:rPr>
              <a:t>quản</a:t>
            </a:r>
            <a:r>
              <a:rPr lang="en-US" sz="6600" b="1" kern="1200" dirty="0">
                <a:solidFill>
                  <a:schemeClr val="bg1"/>
                </a:solidFill>
                <a:effectLst/>
                <a:latin typeface="+mj-lt"/>
                <a:ea typeface="+mj-ea"/>
                <a:cs typeface="+mj-cs"/>
              </a:rPr>
              <a:t> </a:t>
            </a:r>
            <a:r>
              <a:rPr lang="en-US" sz="6600" b="1" kern="1200" dirty="0" err="1">
                <a:solidFill>
                  <a:schemeClr val="bg1"/>
                </a:solidFill>
                <a:effectLst/>
                <a:latin typeface="+mj-lt"/>
                <a:ea typeface="+mj-ea"/>
                <a:cs typeface="+mj-cs"/>
              </a:rPr>
              <a:t>lý</a:t>
            </a:r>
            <a:r>
              <a:rPr lang="en-US" sz="6600" b="1" kern="1200" dirty="0">
                <a:solidFill>
                  <a:schemeClr val="bg1"/>
                </a:solidFill>
                <a:effectLst/>
                <a:latin typeface="+mj-lt"/>
                <a:ea typeface="+mj-ea"/>
                <a:cs typeface="+mj-cs"/>
              </a:rPr>
              <a:t> </a:t>
            </a:r>
            <a:r>
              <a:rPr lang="en-US" sz="6600" b="1" kern="1200" dirty="0" err="1">
                <a:solidFill>
                  <a:schemeClr val="bg1"/>
                </a:solidFill>
                <a:effectLst/>
                <a:latin typeface="+mj-lt"/>
                <a:ea typeface="+mj-ea"/>
                <a:cs typeface="+mj-cs"/>
              </a:rPr>
              <a:t>nhân</a:t>
            </a:r>
            <a:r>
              <a:rPr lang="en-US" sz="6600" b="1" kern="1200" dirty="0">
                <a:solidFill>
                  <a:schemeClr val="bg1"/>
                </a:solidFill>
                <a:effectLst/>
                <a:latin typeface="+mj-lt"/>
                <a:ea typeface="+mj-ea"/>
                <a:cs typeface="+mj-cs"/>
              </a:rPr>
              <a:t> </a:t>
            </a:r>
            <a:r>
              <a:rPr lang="en-US" sz="6600" b="1" kern="1200" dirty="0" err="1">
                <a:solidFill>
                  <a:schemeClr val="bg1"/>
                </a:solidFill>
                <a:effectLst/>
                <a:latin typeface="+mj-lt"/>
                <a:ea typeface="+mj-ea"/>
                <a:cs typeface="+mj-cs"/>
              </a:rPr>
              <a:t>viên</a:t>
            </a:r>
            <a:r>
              <a:rPr lang="en-US" sz="6600" b="1" kern="1200" dirty="0">
                <a:solidFill>
                  <a:schemeClr val="bg1"/>
                </a:solidFill>
                <a:effectLst/>
                <a:latin typeface="+mj-lt"/>
                <a:ea typeface="+mj-ea"/>
                <a:cs typeface="+mj-cs"/>
              </a:rPr>
              <a:t>:</a:t>
            </a:r>
            <a:endParaRPr lang="en-US" sz="6600" b="1" kern="1200" dirty="0">
              <a:solidFill>
                <a:schemeClr val="bg1"/>
              </a:solidFill>
              <a:latin typeface="+mj-lt"/>
              <a:ea typeface="+mj-ea"/>
              <a:cs typeface="+mj-cs"/>
            </a:endParaRPr>
          </a:p>
        </p:txBody>
      </p:sp>
      <p:sp>
        <p:nvSpPr>
          <p:cNvPr id="6" name="Chỗ dành sẵn cho Văn bản 5">
            <a:extLst>
              <a:ext uri="{FF2B5EF4-FFF2-40B4-BE49-F238E27FC236}">
                <a16:creationId xmlns:a16="http://schemas.microsoft.com/office/drawing/2014/main" id="{76E9CBEA-3627-C35B-6317-90DEBDB73FB8}"/>
              </a:ext>
            </a:extLst>
          </p:cNvPr>
          <p:cNvSpPr>
            <a:spLocks noGrp="1"/>
          </p:cNvSpPr>
          <p:nvPr>
            <p:ph type="body" idx="1"/>
          </p:nvPr>
        </p:nvSpPr>
        <p:spPr>
          <a:xfrm>
            <a:off x="638881" y="1809541"/>
            <a:ext cx="10909643" cy="687406"/>
          </a:xfrm>
        </p:spPr>
        <p:txBody>
          <a:bodyPr vert="horz" lIns="91440" tIns="45720" rIns="91440" bIns="45720" rtlCol="0" anchor="ctr">
            <a:normAutofit/>
          </a:bodyPr>
          <a:lstStyle/>
          <a:p>
            <a:pPr algn="ctr"/>
            <a:r>
              <a:rPr lang="en-US" kern="1200" dirty="0">
                <a:solidFill>
                  <a:schemeClr val="bg1"/>
                </a:solidFill>
                <a:effectLst/>
                <a:latin typeface="+mn-lt"/>
                <a:ea typeface="+mn-ea"/>
                <a:cs typeface="+mn-cs"/>
              </a:rPr>
              <a:t>Form </a:t>
            </a:r>
            <a:r>
              <a:rPr lang="en-US" kern="1200" dirty="0" err="1">
                <a:solidFill>
                  <a:schemeClr val="bg1"/>
                </a:solidFill>
                <a:effectLst/>
                <a:latin typeface="+mn-lt"/>
                <a:ea typeface="+mn-ea"/>
                <a:cs typeface="+mn-cs"/>
              </a:rPr>
              <a:t>Màn</a:t>
            </a:r>
            <a:r>
              <a:rPr lang="en-US" kern="1200" dirty="0">
                <a:solidFill>
                  <a:schemeClr val="bg1"/>
                </a:solidFill>
                <a:effectLst/>
                <a:latin typeface="+mn-lt"/>
                <a:ea typeface="+mn-ea"/>
                <a:cs typeface="+mn-cs"/>
              </a:rPr>
              <a:t> </a:t>
            </a:r>
            <a:r>
              <a:rPr lang="en-US" kern="1200" dirty="0" err="1">
                <a:solidFill>
                  <a:schemeClr val="bg1"/>
                </a:solidFill>
                <a:effectLst/>
                <a:latin typeface="+mn-lt"/>
                <a:ea typeface="+mn-ea"/>
                <a:cs typeface="+mn-cs"/>
              </a:rPr>
              <a:t>hình</a:t>
            </a:r>
            <a:r>
              <a:rPr lang="en-US" kern="1200" dirty="0">
                <a:solidFill>
                  <a:schemeClr val="bg1"/>
                </a:solidFill>
                <a:effectLst/>
                <a:latin typeface="+mn-lt"/>
                <a:ea typeface="+mn-ea"/>
                <a:cs typeface="+mn-cs"/>
              </a:rPr>
              <a:t> </a:t>
            </a:r>
            <a:r>
              <a:rPr lang="en-US" kern="1200" dirty="0" err="1">
                <a:solidFill>
                  <a:schemeClr val="bg1"/>
                </a:solidFill>
                <a:effectLst/>
                <a:latin typeface="+mn-lt"/>
                <a:ea typeface="+mn-ea"/>
                <a:cs typeface="+mn-cs"/>
              </a:rPr>
              <a:t>quản</a:t>
            </a:r>
            <a:r>
              <a:rPr lang="en-US" kern="1200" dirty="0">
                <a:solidFill>
                  <a:schemeClr val="bg1"/>
                </a:solidFill>
                <a:effectLst/>
                <a:latin typeface="+mn-lt"/>
                <a:ea typeface="+mn-ea"/>
                <a:cs typeface="+mn-cs"/>
              </a:rPr>
              <a:t> </a:t>
            </a:r>
            <a:r>
              <a:rPr lang="en-US" kern="1200" dirty="0" err="1">
                <a:solidFill>
                  <a:schemeClr val="bg1"/>
                </a:solidFill>
                <a:effectLst/>
                <a:latin typeface="+mn-lt"/>
                <a:ea typeface="+mn-ea"/>
                <a:cs typeface="+mn-cs"/>
              </a:rPr>
              <a:t>lý</a:t>
            </a:r>
            <a:r>
              <a:rPr lang="en-US" kern="1200" dirty="0">
                <a:solidFill>
                  <a:schemeClr val="bg1"/>
                </a:solidFill>
                <a:effectLst/>
                <a:latin typeface="+mn-lt"/>
                <a:ea typeface="+mn-ea"/>
                <a:cs typeface="+mn-cs"/>
              </a:rPr>
              <a:t> </a:t>
            </a:r>
            <a:r>
              <a:rPr lang="en-US" kern="1200" dirty="0" err="1">
                <a:solidFill>
                  <a:schemeClr val="bg1"/>
                </a:solidFill>
                <a:latin typeface="+mn-lt"/>
                <a:ea typeface="+mn-ea"/>
                <a:cs typeface="+mn-cs"/>
              </a:rPr>
              <a:t>nhân</a:t>
            </a:r>
            <a:r>
              <a:rPr lang="en-US" kern="1200" dirty="0">
                <a:solidFill>
                  <a:schemeClr val="bg1"/>
                </a:solidFill>
                <a:latin typeface="+mn-lt"/>
                <a:ea typeface="+mn-ea"/>
                <a:cs typeface="+mn-cs"/>
              </a:rPr>
              <a:t> </a:t>
            </a:r>
            <a:r>
              <a:rPr lang="en-US" kern="1200" dirty="0" err="1">
                <a:solidFill>
                  <a:schemeClr val="bg1"/>
                </a:solidFill>
                <a:latin typeface="+mn-lt"/>
                <a:ea typeface="+mn-ea"/>
                <a:cs typeface="+mn-cs"/>
              </a:rPr>
              <a:t>viên</a:t>
            </a:r>
            <a:r>
              <a:rPr lang="en-US" kern="1200" dirty="0">
                <a:solidFill>
                  <a:schemeClr val="bg1"/>
                </a:solidFill>
                <a:effectLst/>
                <a:latin typeface="+mn-lt"/>
                <a:ea typeface="+mn-ea"/>
                <a:cs typeface="+mn-cs"/>
              </a:rPr>
              <a:t>:</a:t>
            </a:r>
          </a:p>
        </p:txBody>
      </p:sp>
      <p:sp>
        <p:nvSpPr>
          <p:cNvPr id="75"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Không có mô tả.">
            <a:extLst>
              <a:ext uri="{FF2B5EF4-FFF2-40B4-BE49-F238E27FC236}">
                <a16:creationId xmlns:a16="http://schemas.microsoft.com/office/drawing/2014/main" id="{D8500195-8020-34CA-7096-848167124094}"/>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971114" y="2633472"/>
            <a:ext cx="10246724" cy="35863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43443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0BC2D9B5-99BB-90E0-0A63-27A4D1F5F5B4}"/>
              </a:ext>
            </a:extLst>
          </p:cNvPr>
          <p:cNvSpPr>
            <a:spLocks noGrp="1"/>
          </p:cNvSpPr>
          <p:nvPr>
            <p:ph type="title"/>
          </p:nvPr>
        </p:nvSpPr>
        <p:spPr>
          <a:xfrm>
            <a:off x="638881" y="417576"/>
            <a:ext cx="10909640" cy="1249394"/>
          </a:xfrm>
        </p:spPr>
        <p:txBody>
          <a:bodyPr vert="horz" lIns="91440" tIns="45720" rIns="91440" bIns="45720" rtlCol="0" anchor="ctr">
            <a:noAutofit/>
          </a:bodyPr>
          <a:lstStyle/>
          <a:p>
            <a:pPr algn="ctr"/>
            <a:r>
              <a:rPr lang="en-US" sz="4800" b="1" dirty="0">
                <a:solidFill>
                  <a:schemeClr val="bg1"/>
                </a:solidFill>
              </a:rPr>
              <a:t>4</a:t>
            </a:r>
            <a:r>
              <a:rPr lang="en-US" sz="4800" b="1" kern="1200" dirty="0">
                <a:solidFill>
                  <a:schemeClr val="bg1"/>
                </a:solidFill>
                <a:effectLst/>
                <a:latin typeface="+mj-lt"/>
                <a:ea typeface="+mj-ea"/>
                <a:cs typeface="+mj-cs"/>
              </a:rPr>
              <a:t>.Chức </a:t>
            </a:r>
            <a:r>
              <a:rPr lang="en-US" sz="4800" b="1" kern="1200" dirty="0" err="1">
                <a:solidFill>
                  <a:schemeClr val="bg1"/>
                </a:solidFill>
                <a:effectLst/>
                <a:latin typeface="+mj-lt"/>
                <a:ea typeface="+mj-ea"/>
                <a:cs typeface="+mj-cs"/>
              </a:rPr>
              <a:t>năng</a:t>
            </a:r>
            <a:r>
              <a:rPr lang="en-US" sz="4800" b="1" kern="1200" dirty="0">
                <a:solidFill>
                  <a:schemeClr val="bg1"/>
                </a:solidFill>
                <a:effectLst/>
                <a:latin typeface="+mj-lt"/>
                <a:ea typeface="+mj-ea"/>
                <a:cs typeface="+mj-cs"/>
              </a:rPr>
              <a:t> </a:t>
            </a:r>
            <a:r>
              <a:rPr lang="en-US" sz="4800" b="1" kern="1200" dirty="0" err="1">
                <a:solidFill>
                  <a:schemeClr val="bg1"/>
                </a:solidFill>
                <a:effectLst/>
                <a:latin typeface="+mj-lt"/>
                <a:ea typeface="+mj-ea"/>
                <a:cs typeface="+mj-cs"/>
              </a:rPr>
              <a:t>quản</a:t>
            </a:r>
            <a:r>
              <a:rPr lang="en-US" sz="4800" b="1" kern="1200" dirty="0">
                <a:solidFill>
                  <a:schemeClr val="bg1"/>
                </a:solidFill>
                <a:effectLst/>
                <a:latin typeface="+mj-lt"/>
                <a:ea typeface="+mj-ea"/>
                <a:cs typeface="+mj-cs"/>
              </a:rPr>
              <a:t> </a:t>
            </a:r>
            <a:r>
              <a:rPr lang="en-US" sz="4800" b="1" kern="1200" dirty="0" err="1">
                <a:solidFill>
                  <a:schemeClr val="bg1"/>
                </a:solidFill>
                <a:effectLst/>
                <a:latin typeface="+mj-lt"/>
                <a:ea typeface="+mj-ea"/>
                <a:cs typeface="+mj-cs"/>
              </a:rPr>
              <a:t>lí</a:t>
            </a:r>
            <a:r>
              <a:rPr lang="en-US" sz="4800" b="1" kern="1200" dirty="0">
                <a:solidFill>
                  <a:schemeClr val="bg1"/>
                </a:solidFill>
                <a:effectLst/>
                <a:latin typeface="+mj-lt"/>
                <a:ea typeface="+mj-ea"/>
                <a:cs typeface="+mj-cs"/>
              </a:rPr>
              <a:t> </a:t>
            </a:r>
            <a:r>
              <a:rPr lang="en-US" sz="4800" b="1" kern="1200" dirty="0" err="1">
                <a:solidFill>
                  <a:schemeClr val="bg1"/>
                </a:solidFill>
                <a:effectLst/>
                <a:latin typeface="+mj-lt"/>
                <a:ea typeface="+mj-ea"/>
                <a:cs typeface="+mj-cs"/>
              </a:rPr>
              <a:t>thông</a:t>
            </a:r>
            <a:r>
              <a:rPr lang="en-US" sz="4800" b="1" kern="1200" dirty="0">
                <a:solidFill>
                  <a:schemeClr val="bg1"/>
                </a:solidFill>
                <a:effectLst/>
                <a:latin typeface="+mj-lt"/>
                <a:ea typeface="+mj-ea"/>
                <a:cs typeface="+mj-cs"/>
              </a:rPr>
              <a:t> tin </a:t>
            </a:r>
            <a:r>
              <a:rPr lang="en-US" sz="4800" b="1" kern="1200" dirty="0" err="1">
                <a:solidFill>
                  <a:schemeClr val="bg1"/>
                </a:solidFill>
                <a:effectLst/>
                <a:latin typeface="+mj-lt"/>
                <a:ea typeface="+mj-ea"/>
                <a:cs typeface="+mj-cs"/>
              </a:rPr>
              <a:t>khách</a:t>
            </a:r>
            <a:r>
              <a:rPr lang="en-US" sz="4800" b="1" kern="1200" dirty="0">
                <a:solidFill>
                  <a:schemeClr val="bg1"/>
                </a:solidFill>
                <a:effectLst/>
                <a:latin typeface="+mj-lt"/>
                <a:ea typeface="+mj-ea"/>
                <a:cs typeface="+mj-cs"/>
              </a:rPr>
              <a:t> </a:t>
            </a:r>
            <a:r>
              <a:rPr lang="en-US" sz="4800" b="1" kern="1200" dirty="0" err="1">
                <a:solidFill>
                  <a:schemeClr val="bg1"/>
                </a:solidFill>
                <a:effectLst/>
                <a:latin typeface="+mj-lt"/>
                <a:ea typeface="+mj-ea"/>
                <a:cs typeface="+mj-cs"/>
              </a:rPr>
              <a:t>hàng</a:t>
            </a:r>
            <a:r>
              <a:rPr lang="en-US" sz="4800" b="1" kern="1200" dirty="0">
                <a:solidFill>
                  <a:schemeClr val="bg1"/>
                </a:solidFill>
                <a:effectLst/>
                <a:latin typeface="+mj-lt"/>
                <a:ea typeface="+mj-ea"/>
                <a:cs typeface="+mj-cs"/>
              </a:rPr>
              <a:t>:</a:t>
            </a:r>
            <a:endParaRPr lang="en-US" sz="4800" b="1" kern="1200" dirty="0">
              <a:solidFill>
                <a:schemeClr val="bg1"/>
              </a:solidFill>
              <a:latin typeface="+mj-lt"/>
              <a:ea typeface="+mj-ea"/>
              <a:cs typeface="+mj-cs"/>
            </a:endParaRPr>
          </a:p>
        </p:txBody>
      </p:sp>
      <p:sp>
        <p:nvSpPr>
          <p:cNvPr id="6" name="Chỗ dành sẵn cho Văn bản 5">
            <a:extLst>
              <a:ext uri="{FF2B5EF4-FFF2-40B4-BE49-F238E27FC236}">
                <a16:creationId xmlns:a16="http://schemas.microsoft.com/office/drawing/2014/main" id="{76E9CBEA-3627-C35B-6317-90DEBDB73FB8}"/>
              </a:ext>
            </a:extLst>
          </p:cNvPr>
          <p:cNvSpPr>
            <a:spLocks noGrp="1"/>
          </p:cNvSpPr>
          <p:nvPr>
            <p:ph type="body" idx="1"/>
          </p:nvPr>
        </p:nvSpPr>
        <p:spPr>
          <a:xfrm>
            <a:off x="638881" y="1809541"/>
            <a:ext cx="10909643" cy="687406"/>
          </a:xfrm>
        </p:spPr>
        <p:txBody>
          <a:bodyPr vert="horz" lIns="91440" tIns="45720" rIns="91440" bIns="45720" rtlCol="0" anchor="ctr">
            <a:normAutofit/>
          </a:bodyPr>
          <a:lstStyle/>
          <a:p>
            <a:pPr algn="ctr"/>
            <a:r>
              <a:rPr lang="en-US" kern="1200" dirty="0">
                <a:solidFill>
                  <a:schemeClr val="bg1"/>
                </a:solidFill>
                <a:effectLst/>
                <a:latin typeface="+mn-lt"/>
                <a:ea typeface="+mn-ea"/>
                <a:cs typeface="+mn-cs"/>
              </a:rPr>
              <a:t>Form </a:t>
            </a:r>
            <a:r>
              <a:rPr lang="en-US" kern="1200" dirty="0" err="1">
                <a:solidFill>
                  <a:schemeClr val="bg1"/>
                </a:solidFill>
                <a:effectLst/>
                <a:latin typeface="+mn-lt"/>
                <a:ea typeface="+mn-ea"/>
                <a:cs typeface="+mn-cs"/>
              </a:rPr>
              <a:t>Màn</a:t>
            </a:r>
            <a:r>
              <a:rPr lang="en-US" kern="1200" dirty="0">
                <a:solidFill>
                  <a:schemeClr val="bg1"/>
                </a:solidFill>
                <a:effectLst/>
                <a:latin typeface="+mn-lt"/>
                <a:ea typeface="+mn-ea"/>
                <a:cs typeface="+mn-cs"/>
              </a:rPr>
              <a:t> </a:t>
            </a:r>
            <a:r>
              <a:rPr lang="en-US" kern="1200" dirty="0" err="1">
                <a:solidFill>
                  <a:schemeClr val="bg1"/>
                </a:solidFill>
                <a:effectLst/>
                <a:latin typeface="+mn-lt"/>
                <a:ea typeface="+mn-ea"/>
                <a:cs typeface="+mn-cs"/>
              </a:rPr>
              <a:t>hình</a:t>
            </a:r>
            <a:r>
              <a:rPr lang="en-US" kern="1200" dirty="0">
                <a:solidFill>
                  <a:schemeClr val="bg1"/>
                </a:solidFill>
                <a:effectLst/>
                <a:latin typeface="+mn-lt"/>
                <a:ea typeface="+mn-ea"/>
                <a:cs typeface="+mn-cs"/>
              </a:rPr>
              <a:t> </a:t>
            </a:r>
            <a:r>
              <a:rPr lang="en-US" kern="1200" dirty="0" err="1">
                <a:solidFill>
                  <a:schemeClr val="bg1"/>
                </a:solidFill>
                <a:effectLst/>
                <a:latin typeface="+mn-lt"/>
                <a:ea typeface="+mn-ea"/>
                <a:cs typeface="+mn-cs"/>
              </a:rPr>
              <a:t>quản</a:t>
            </a:r>
            <a:r>
              <a:rPr lang="en-US" kern="1200" dirty="0">
                <a:solidFill>
                  <a:schemeClr val="bg1"/>
                </a:solidFill>
                <a:effectLst/>
                <a:latin typeface="+mn-lt"/>
                <a:ea typeface="+mn-ea"/>
                <a:cs typeface="+mn-cs"/>
              </a:rPr>
              <a:t> </a:t>
            </a:r>
            <a:r>
              <a:rPr lang="en-US" kern="1200" dirty="0" err="1">
                <a:solidFill>
                  <a:schemeClr val="bg1"/>
                </a:solidFill>
                <a:effectLst/>
                <a:latin typeface="+mn-lt"/>
                <a:ea typeface="+mn-ea"/>
                <a:cs typeface="+mn-cs"/>
              </a:rPr>
              <a:t>lý</a:t>
            </a:r>
            <a:r>
              <a:rPr lang="en-US" kern="1200" dirty="0">
                <a:solidFill>
                  <a:schemeClr val="bg1"/>
                </a:solidFill>
                <a:effectLst/>
                <a:latin typeface="+mn-lt"/>
                <a:ea typeface="+mn-ea"/>
                <a:cs typeface="+mn-cs"/>
              </a:rPr>
              <a:t> </a:t>
            </a:r>
            <a:r>
              <a:rPr lang="en-US" kern="1200" dirty="0" err="1">
                <a:solidFill>
                  <a:schemeClr val="bg1"/>
                </a:solidFill>
                <a:latin typeface="+mn-lt"/>
                <a:ea typeface="+mn-ea"/>
                <a:cs typeface="+mn-cs"/>
              </a:rPr>
              <a:t>k</a:t>
            </a:r>
            <a:r>
              <a:rPr lang="en-US" kern="1200" dirty="0" err="1">
                <a:solidFill>
                  <a:schemeClr val="bg1"/>
                </a:solidFill>
                <a:effectLst/>
                <a:latin typeface="+mn-lt"/>
                <a:ea typeface="+mn-ea"/>
                <a:cs typeface="+mn-cs"/>
              </a:rPr>
              <a:t>hách</a:t>
            </a:r>
            <a:r>
              <a:rPr lang="en-US" kern="1200" dirty="0">
                <a:solidFill>
                  <a:schemeClr val="bg1"/>
                </a:solidFill>
                <a:effectLst/>
                <a:latin typeface="+mn-lt"/>
                <a:ea typeface="+mn-ea"/>
                <a:cs typeface="+mn-cs"/>
              </a:rPr>
              <a:t> </a:t>
            </a:r>
            <a:r>
              <a:rPr lang="en-US" kern="1200" dirty="0" err="1">
                <a:solidFill>
                  <a:schemeClr val="bg1"/>
                </a:solidFill>
                <a:effectLst/>
                <a:latin typeface="+mn-lt"/>
                <a:ea typeface="+mn-ea"/>
                <a:cs typeface="+mn-cs"/>
              </a:rPr>
              <a:t>hàng</a:t>
            </a:r>
            <a:r>
              <a:rPr lang="en-US" kern="1200" dirty="0">
                <a:solidFill>
                  <a:schemeClr val="bg1"/>
                </a:solidFill>
                <a:effectLst/>
                <a:latin typeface="+mn-lt"/>
                <a:ea typeface="+mn-ea"/>
                <a:cs typeface="+mn-cs"/>
              </a:rPr>
              <a:t>:</a:t>
            </a:r>
          </a:p>
        </p:txBody>
      </p:sp>
      <p:sp>
        <p:nvSpPr>
          <p:cNvPr id="23"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219">
            <a:extLst>
              <a:ext uri="{FF2B5EF4-FFF2-40B4-BE49-F238E27FC236}">
                <a16:creationId xmlns:a16="http://schemas.microsoft.com/office/drawing/2014/main" id="{973FF67A-8C06-6933-BBA1-7305F54A4C64}"/>
              </a:ext>
            </a:extLst>
          </p:cNvPr>
          <p:cNvPicPr>
            <a:picLocks noGrp="1" noChangeAspect="1"/>
          </p:cNvPicPr>
          <p:nvPr>
            <p:ph sz="half" idx="2"/>
          </p:nvPr>
        </p:nvPicPr>
        <p:blipFill>
          <a:blip r:embed="rId2"/>
          <a:stretch>
            <a:fillRect/>
          </a:stretch>
        </p:blipFill>
        <p:spPr>
          <a:xfrm>
            <a:off x="3335743" y="2633472"/>
            <a:ext cx="5517465" cy="3586353"/>
          </a:xfrm>
          <a:prstGeom prst="rect">
            <a:avLst/>
          </a:prstGeom>
        </p:spPr>
      </p:pic>
    </p:spTree>
    <p:extLst>
      <p:ext uri="{BB962C8B-B14F-4D97-AF65-F5344CB8AC3E}">
        <p14:creationId xmlns:p14="http://schemas.microsoft.com/office/powerpoint/2010/main" val="36882876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Chỗ dành sẵn cho Nội dung 4" descr="Ảnh có chứa văn bản, người&#10;&#10;Mô tả được tạo tự động">
            <a:extLst>
              <a:ext uri="{FF2B5EF4-FFF2-40B4-BE49-F238E27FC236}">
                <a16:creationId xmlns:a16="http://schemas.microsoft.com/office/drawing/2014/main" id="{BF51EBC2-9256-E0BE-7209-3E4D2C469174}"/>
              </a:ext>
            </a:extLst>
          </p:cNvPr>
          <p:cNvPicPr>
            <a:picLocks noGrp="1" noChangeAspect="1"/>
          </p:cNvPicPr>
          <p:nvPr>
            <p:ph idx="1"/>
          </p:nvPr>
        </p:nvPicPr>
        <p:blipFill rotWithShape="1">
          <a:blip r:embed="rId2">
            <a:alphaModFix amt="50000"/>
            <a:extLst>
              <a:ext uri="{28A0092B-C50C-407E-A947-70E740481C1C}">
                <a14:useLocalDpi xmlns:a14="http://schemas.microsoft.com/office/drawing/2010/main" val="0"/>
              </a:ext>
            </a:extLst>
          </a:blip>
          <a:srcRect t="22445" r="-1" b="743"/>
          <a:stretch/>
        </p:blipFill>
        <p:spPr>
          <a:xfrm>
            <a:off x="22" y="0"/>
            <a:ext cx="12188930" cy="6857990"/>
          </a:xfrm>
          <a:prstGeom prst="rect">
            <a:avLst/>
          </a:prstGeom>
        </p:spPr>
      </p:pic>
      <p:sp>
        <p:nvSpPr>
          <p:cNvPr id="2" name="Tiêu đề 1">
            <a:extLst>
              <a:ext uri="{FF2B5EF4-FFF2-40B4-BE49-F238E27FC236}">
                <a16:creationId xmlns:a16="http://schemas.microsoft.com/office/drawing/2014/main" id="{4867ECBD-77F2-1310-EA83-59F1D8511436}"/>
              </a:ext>
            </a:extLst>
          </p:cNvPr>
          <p:cNvSpPr>
            <a:spLocks noGrp="1"/>
          </p:cNvSpPr>
          <p:nvPr>
            <p:ph type="title"/>
          </p:nvPr>
        </p:nvSpPr>
        <p:spPr>
          <a:xfrm>
            <a:off x="1524000" y="1122362"/>
            <a:ext cx="9144000" cy="3846801"/>
          </a:xfrm>
          <a:ln>
            <a:noFill/>
          </a:ln>
        </p:spPr>
        <p:txBody>
          <a:bodyPr vert="horz" lIns="91440" tIns="45720" rIns="91440" bIns="45720" rtlCol="0" anchor="b">
            <a:noAutofit/>
          </a:bodyPr>
          <a:lstStyle/>
          <a:p>
            <a:pPr algn="ctr"/>
            <a:r>
              <a:rPr lang="en-US" sz="6600" dirty="0">
                <a:ln>
                  <a:solidFill>
                    <a:schemeClr val="bg1"/>
                  </a:solidFill>
                </a:ln>
                <a:solidFill>
                  <a:srgbClr val="FFFFFF"/>
                </a:solidFill>
                <a:latin typeface="Times New Roman" panose="02020603050405020304" pitchFamily="18" charset="0"/>
                <a:cs typeface="Times New Roman" panose="02020603050405020304" pitchFamily="18" charset="0"/>
              </a:rPr>
              <a:t>V.</a:t>
            </a:r>
            <a:r>
              <a:rPr lang="en-US" sz="6600" dirty="0">
                <a:ln>
                  <a:solidFill>
                    <a:schemeClr val="bg1"/>
                  </a:solidFill>
                </a:ln>
                <a:effectLst/>
                <a:latin typeface="Times New Roman" panose="02020603050405020304" pitchFamily="18" charset="0"/>
                <a:ea typeface="Calibri" panose="020F0502020204030204" pitchFamily="34" charset="0"/>
                <a:cs typeface="Times New Roman" panose="02020603050405020304" pitchFamily="18" charset="0"/>
              </a:rPr>
              <a:t>BÀI HỌC RÚT RA </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sz="6600" dirty="0">
              <a:ln>
                <a:solidFill>
                  <a:schemeClr val="bg1"/>
                </a:solidFill>
              </a:ln>
              <a:solidFill>
                <a:srgbClr val="FFFFFF"/>
              </a:solidFill>
            </a:endParaRPr>
          </a:p>
        </p:txBody>
      </p:sp>
      <p:sp>
        <p:nvSpPr>
          <p:cNvPr id="17"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rgbClr val="FFFFFF">
                <a:alpha val="75000"/>
              </a:srgb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0023699"/>
      </p:ext>
    </p:extLst>
  </p:cSld>
  <p:clrMapOvr>
    <a:overrideClrMapping bg1="dk1" tx1="lt1" bg2="dk2" tx2="lt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êu đề 1">
            <a:extLst>
              <a:ext uri="{FF2B5EF4-FFF2-40B4-BE49-F238E27FC236}">
                <a16:creationId xmlns:a16="http://schemas.microsoft.com/office/drawing/2014/main" id="{191BB71B-83FD-1FB5-DFEA-89ADDDDC77BA}"/>
              </a:ext>
            </a:extLst>
          </p:cNvPr>
          <p:cNvSpPr>
            <a:spLocks noGrp="1"/>
          </p:cNvSpPr>
          <p:nvPr>
            <p:ph type="title"/>
          </p:nvPr>
        </p:nvSpPr>
        <p:spPr>
          <a:xfrm>
            <a:off x="838200" y="1412488"/>
            <a:ext cx="2899189" cy="4363844"/>
          </a:xfrm>
        </p:spPr>
        <p:txBody>
          <a:bodyPr anchor="t">
            <a:normAutofit/>
          </a:bodyPr>
          <a:lstStyle/>
          <a:p>
            <a:r>
              <a:rPr lang="en-US" sz="4000" dirty="0" err="1">
                <a:solidFill>
                  <a:srgbClr val="FFFFFF"/>
                </a:solidFill>
                <a:latin typeface="Times New Roman" panose="02020603050405020304" pitchFamily="18" charset="0"/>
                <a:cs typeface="Times New Roman" panose="02020603050405020304" pitchFamily="18" charset="0"/>
              </a:rPr>
              <a:t>Bài</a:t>
            </a:r>
            <a:r>
              <a:rPr lang="en-US" sz="4000" dirty="0">
                <a:solidFill>
                  <a:srgbClr val="FFFFFF"/>
                </a:solidFill>
                <a:latin typeface="Times New Roman" panose="02020603050405020304" pitchFamily="18" charset="0"/>
                <a:cs typeface="Times New Roman" panose="02020603050405020304" pitchFamily="18" charset="0"/>
              </a:rPr>
              <a:t> </a:t>
            </a:r>
            <a:r>
              <a:rPr lang="en-US" sz="4000" dirty="0" err="1">
                <a:solidFill>
                  <a:srgbClr val="FFFFFF"/>
                </a:solidFill>
                <a:latin typeface="Times New Roman" panose="02020603050405020304" pitchFamily="18" charset="0"/>
                <a:cs typeface="Times New Roman" panose="02020603050405020304" pitchFamily="18" charset="0"/>
              </a:rPr>
              <a:t>học</a:t>
            </a:r>
            <a:r>
              <a:rPr lang="en-US" sz="4000" dirty="0">
                <a:solidFill>
                  <a:srgbClr val="FFFFFF"/>
                </a:solidFill>
                <a:latin typeface="Times New Roman" panose="02020603050405020304" pitchFamily="18" charset="0"/>
                <a:cs typeface="Times New Roman" panose="02020603050405020304" pitchFamily="18" charset="0"/>
              </a:rPr>
              <a:t> </a:t>
            </a:r>
            <a:r>
              <a:rPr lang="en-US" sz="4000" dirty="0" err="1">
                <a:solidFill>
                  <a:srgbClr val="FFFFFF"/>
                </a:solidFill>
                <a:latin typeface="Times New Roman" panose="02020603050405020304" pitchFamily="18" charset="0"/>
                <a:cs typeface="Times New Roman" panose="02020603050405020304" pitchFamily="18" charset="0"/>
              </a:rPr>
              <a:t>rút</a:t>
            </a:r>
            <a:r>
              <a:rPr lang="en-US" sz="4000" dirty="0">
                <a:solidFill>
                  <a:srgbClr val="FFFFFF"/>
                </a:solidFill>
                <a:latin typeface="Times New Roman" panose="02020603050405020304" pitchFamily="18" charset="0"/>
                <a:cs typeface="Times New Roman" panose="02020603050405020304" pitchFamily="18" charset="0"/>
              </a:rPr>
              <a:t> </a:t>
            </a:r>
            <a:r>
              <a:rPr lang="en-US" sz="4000" dirty="0" err="1">
                <a:solidFill>
                  <a:srgbClr val="FFFFFF"/>
                </a:solidFill>
                <a:latin typeface="Times New Roman" panose="02020603050405020304" pitchFamily="18" charset="0"/>
                <a:cs typeface="Times New Roman" panose="02020603050405020304" pitchFamily="18" charset="0"/>
              </a:rPr>
              <a:t>ra</a:t>
            </a:r>
            <a:r>
              <a:rPr lang="en-US" sz="4000" dirty="0">
                <a:solidFill>
                  <a:srgbClr val="FFFFFF"/>
                </a:solidFill>
                <a:latin typeface="Times New Roman" panose="02020603050405020304" pitchFamily="18" charset="0"/>
                <a:cs typeface="Times New Roman" panose="02020603050405020304" pitchFamily="18" charset="0"/>
              </a:rPr>
              <a:t> bao </a:t>
            </a:r>
            <a:r>
              <a:rPr lang="en-US" sz="4000" dirty="0" err="1">
                <a:solidFill>
                  <a:srgbClr val="FFFFFF"/>
                </a:solidFill>
                <a:latin typeface="Times New Roman" panose="02020603050405020304" pitchFamily="18" charset="0"/>
                <a:cs typeface="Times New Roman" panose="02020603050405020304" pitchFamily="18" charset="0"/>
              </a:rPr>
              <a:t>gồm</a:t>
            </a:r>
            <a:r>
              <a:rPr lang="en-US" sz="4000" dirty="0">
                <a:solidFill>
                  <a:srgbClr val="FFFFFF"/>
                </a:solidFill>
                <a:latin typeface="Times New Roman" panose="02020603050405020304" pitchFamily="18" charset="0"/>
                <a:cs typeface="Times New Roman" panose="02020603050405020304" pitchFamily="18" charset="0"/>
              </a:rPr>
              <a:t>:</a:t>
            </a:r>
          </a:p>
        </p:txBody>
      </p:sp>
      <p:sp>
        <p:nvSpPr>
          <p:cNvPr id="4" name="Chỗ dành sẵn cho Nội dung 3">
            <a:extLst>
              <a:ext uri="{FF2B5EF4-FFF2-40B4-BE49-F238E27FC236}">
                <a16:creationId xmlns:a16="http://schemas.microsoft.com/office/drawing/2014/main" id="{15204194-FB06-5CE3-2052-7A289C0578F6}"/>
              </a:ext>
            </a:extLst>
          </p:cNvPr>
          <p:cNvSpPr>
            <a:spLocks noGrp="1"/>
          </p:cNvSpPr>
          <p:nvPr>
            <p:ph sz="half" idx="1"/>
          </p:nvPr>
        </p:nvSpPr>
        <p:spPr>
          <a:xfrm>
            <a:off x="4380855" y="1412489"/>
            <a:ext cx="3427283" cy="4363844"/>
          </a:xfrm>
        </p:spPr>
        <p:txBody>
          <a:bodyPr>
            <a:normAutofit/>
          </a:bodyPr>
          <a:lstStyle/>
          <a:p>
            <a:r>
              <a:rPr lang="en-US" sz="3600" dirty="0" err="1">
                <a:solidFill>
                  <a:schemeClr val="bg1"/>
                </a:solidFill>
                <a:latin typeface="Times New Roman" panose="02020603050405020304" pitchFamily="18" charset="0"/>
                <a:cs typeface="Times New Roman" panose="02020603050405020304" pitchFamily="18" charset="0"/>
              </a:rPr>
              <a:t>T</a:t>
            </a:r>
            <a:r>
              <a:rPr lang="en-US" sz="3600" b="0" i="0" dirty="0" err="1">
                <a:solidFill>
                  <a:schemeClr val="bg1"/>
                </a:solidFill>
                <a:effectLst/>
                <a:latin typeface="Times New Roman" panose="02020603050405020304" pitchFamily="18" charset="0"/>
                <a:cs typeface="Times New Roman" panose="02020603050405020304" pitchFamily="18" charset="0"/>
              </a:rPr>
              <a:t>ránh</a:t>
            </a:r>
            <a:r>
              <a:rPr lang="en-US" sz="3600" b="0" i="0" dirty="0">
                <a:solidFill>
                  <a:schemeClr val="bg1"/>
                </a:solidFill>
                <a:effectLst/>
                <a:latin typeface="Times New Roman" panose="02020603050405020304" pitchFamily="18" charset="0"/>
                <a:cs typeface="Times New Roman" panose="02020603050405020304" pitchFamily="18" charset="0"/>
              </a:rPr>
              <a:t> </a:t>
            </a:r>
            <a:r>
              <a:rPr lang="en-US" sz="3600" b="0" i="0" dirty="0" err="1">
                <a:solidFill>
                  <a:schemeClr val="bg1"/>
                </a:solidFill>
                <a:effectLst/>
                <a:latin typeface="Times New Roman" panose="02020603050405020304" pitchFamily="18" charset="0"/>
                <a:cs typeface="Times New Roman" panose="02020603050405020304" pitchFamily="18" charset="0"/>
              </a:rPr>
              <a:t>sai</a:t>
            </a:r>
            <a:r>
              <a:rPr lang="en-US" sz="3600" b="0" i="0" dirty="0">
                <a:solidFill>
                  <a:schemeClr val="bg1"/>
                </a:solidFill>
                <a:effectLst/>
                <a:latin typeface="Times New Roman" panose="02020603050405020304" pitchFamily="18" charset="0"/>
                <a:cs typeface="Times New Roman" panose="02020603050405020304" pitchFamily="18" charset="0"/>
              </a:rPr>
              <a:t> ở </a:t>
            </a:r>
            <a:r>
              <a:rPr lang="en-US" sz="3600" b="0" i="0" dirty="0" err="1">
                <a:solidFill>
                  <a:schemeClr val="bg1"/>
                </a:solidFill>
                <a:effectLst/>
                <a:latin typeface="Times New Roman" panose="02020603050405020304" pitchFamily="18" charset="0"/>
                <a:cs typeface="Times New Roman" panose="02020603050405020304" pitchFamily="18" charset="0"/>
              </a:rPr>
              <a:t>những</a:t>
            </a:r>
            <a:r>
              <a:rPr lang="en-US" sz="3600" b="0" i="0" dirty="0">
                <a:solidFill>
                  <a:schemeClr val="bg1"/>
                </a:solidFill>
                <a:effectLst/>
                <a:latin typeface="Times New Roman" panose="02020603050405020304" pitchFamily="18" charset="0"/>
                <a:cs typeface="Times New Roman" panose="02020603050405020304" pitchFamily="18" charset="0"/>
              </a:rPr>
              <a:t> </a:t>
            </a:r>
            <a:r>
              <a:rPr lang="en-US" sz="3600" b="0" i="0" dirty="0" err="1">
                <a:solidFill>
                  <a:schemeClr val="bg1"/>
                </a:solidFill>
                <a:effectLst/>
                <a:latin typeface="Times New Roman" panose="02020603050405020304" pitchFamily="18" charset="0"/>
                <a:cs typeface="Times New Roman" panose="02020603050405020304" pitchFamily="18" charset="0"/>
              </a:rPr>
              <a:t>lỗi</a:t>
            </a:r>
            <a:r>
              <a:rPr lang="en-US" sz="3600" b="0" i="0" dirty="0">
                <a:solidFill>
                  <a:schemeClr val="bg1"/>
                </a:solidFill>
                <a:effectLst/>
                <a:latin typeface="Times New Roman" panose="02020603050405020304" pitchFamily="18" charset="0"/>
                <a:cs typeface="Times New Roman" panose="02020603050405020304" pitchFamily="18" charset="0"/>
              </a:rPr>
              <a:t> </a:t>
            </a:r>
            <a:r>
              <a:rPr lang="en-US" sz="3600" b="0" i="0" dirty="0" err="1">
                <a:solidFill>
                  <a:schemeClr val="bg1"/>
                </a:solidFill>
                <a:effectLst/>
                <a:latin typeface="Times New Roman" panose="02020603050405020304" pitchFamily="18" charset="0"/>
                <a:cs typeface="Times New Roman" panose="02020603050405020304" pitchFamily="18" charset="0"/>
              </a:rPr>
              <a:t>nhập</a:t>
            </a:r>
            <a:r>
              <a:rPr lang="en-US" sz="3600" b="0" i="0" dirty="0">
                <a:solidFill>
                  <a:schemeClr val="bg1"/>
                </a:solidFill>
                <a:effectLst/>
                <a:latin typeface="Times New Roman" panose="02020603050405020304" pitchFamily="18" charset="0"/>
                <a:cs typeface="Times New Roman" panose="02020603050405020304" pitchFamily="18" charset="0"/>
              </a:rPr>
              <a:t> </a:t>
            </a:r>
            <a:r>
              <a:rPr lang="en-US" sz="3600" b="0" i="0" dirty="0" err="1">
                <a:solidFill>
                  <a:schemeClr val="bg1"/>
                </a:solidFill>
                <a:effectLst/>
                <a:latin typeface="Times New Roman" panose="02020603050405020304" pitchFamily="18" charset="0"/>
                <a:cs typeface="Times New Roman" panose="02020603050405020304" pitchFamily="18" charset="0"/>
              </a:rPr>
              <a:t>dữ</a:t>
            </a:r>
            <a:r>
              <a:rPr lang="en-US" sz="3600" b="0" i="0" dirty="0">
                <a:solidFill>
                  <a:schemeClr val="bg1"/>
                </a:solidFill>
                <a:effectLst/>
                <a:latin typeface="Times New Roman" panose="02020603050405020304" pitchFamily="18" charset="0"/>
                <a:cs typeface="Times New Roman" panose="02020603050405020304" pitchFamily="18" charset="0"/>
              </a:rPr>
              <a:t> </a:t>
            </a:r>
            <a:r>
              <a:rPr lang="en-US" sz="3600" b="0" i="0" dirty="0" err="1">
                <a:solidFill>
                  <a:schemeClr val="bg1"/>
                </a:solidFill>
                <a:effectLst/>
                <a:latin typeface="Times New Roman" panose="02020603050405020304" pitchFamily="18" charset="0"/>
                <a:cs typeface="Times New Roman" panose="02020603050405020304" pitchFamily="18" charset="0"/>
              </a:rPr>
              <a:t>liệu</a:t>
            </a:r>
            <a:r>
              <a:rPr lang="en-US" sz="3600" b="0" i="0" dirty="0">
                <a:solidFill>
                  <a:schemeClr val="bg1"/>
                </a:solidFill>
                <a:effectLst/>
                <a:latin typeface="Times New Roman" panose="02020603050405020304" pitchFamily="18" charset="0"/>
                <a:cs typeface="Times New Roman" panose="02020603050405020304" pitchFamily="18" charset="0"/>
              </a:rPr>
              <a:t> </a:t>
            </a:r>
            <a:r>
              <a:rPr lang="en-US" sz="3600" b="0" i="0" dirty="0" err="1">
                <a:solidFill>
                  <a:schemeClr val="bg1"/>
                </a:solidFill>
                <a:effectLst/>
                <a:latin typeface="Times New Roman" panose="02020603050405020304" pitchFamily="18" charset="0"/>
                <a:cs typeface="Times New Roman" panose="02020603050405020304" pitchFamily="18" charset="0"/>
              </a:rPr>
              <a:t>và</a:t>
            </a:r>
            <a:r>
              <a:rPr lang="en-US" sz="3600" b="0" i="0" dirty="0">
                <a:solidFill>
                  <a:schemeClr val="bg1"/>
                </a:solidFill>
                <a:effectLst/>
                <a:latin typeface="Times New Roman" panose="02020603050405020304" pitchFamily="18" charset="0"/>
                <a:cs typeface="Times New Roman" panose="02020603050405020304" pitchFamily="18" charset="0"/>
              </a:rPr>
              <a:t> </a:t>
            </a:r>
            <a:r>
              <a:rPr lang="en-US" sz="3600" b="0" i="0" dirty="0" err="1">
                <a:solidFill>
                  <a:schemeClr val="bg1"/>
                </a:solidFill>
                <a:effectLst/>
                <a:latin typeface="Times New Roman" panose="02020603050405020304" pitchFamily="18" charset="0"/>
                <a:cs typeface="Times New Roman" panose="02020603050405020304" pitchFamily="18" charset="0"/>
              </a:rPr>
              <a:t>kiểu</a:t>
            </a:r>
            <a:r>
              <a:rPr lang="en-US" sz="3600" b="0" i="0" dirty="0">
                <a:solidFill>
                  <a:schemeClr val="bg1"/>
                </a:solidFill>
                <a:effectLst/>
                <a:latin typeface="Times New Roman" panose="02020603050405020304" pitchFamily="18" charset="0"/>
                <a:cs typeface="Times New Roman" panose="02020603050405020304" pitchFamily="18" charset="0"/>
              </a:rPr>
              <a:t> </a:t>
            </a:r>
            <a:r>
              <a:rPr lang="en-US" sz="3600" b="0" i="0" dirty="0" err="1">
                <a:solidFill>
                  <a:schemeClr val="bg1"/>
                </a:solidFill>
                <a:effectLst/>
                <a:latin typeface="Times New Roman" panose="02020603050405020304" pitchFamily="18" charset="0"/>
                <a:cs typeface="Times New Roman" panose="02020603050405020304" pitchFamily="18" charset="0"/>
              </a:rPr>
              <a:t>dữ</a:t>
            </a:r>
            <a:r>
              <a:rPr lang="en-US" sz="3600" b="0" i="0" dirty="0">
                <a:solidFill>
                  <a:schemeClr val="bg1"/>
                </a:solidFill>
                <a:effectLst/>
                <a:latin typeface="Times New Roman" panose="02020603050405020304" pitchFamily="18" charset="0"/>
                <a:cs typeface="Times New Roman" panose="02020603050405020304" pitchFamily="18" charset="0"/>
              </a:rPr>
              <a:t> </a:t>
            </a:r>
            <a:r>
              <a:rPr lang="en-US" sz="3600" b="0" i="0" dirty="0" err="1">
                <a:solidFill>
                  <a:schemeClr val="bg1"/>
                </a:solidFill>
                <a:effectLst/>
                <a:latin typeface="Times New Roman" panose="02020603050405020304" pitchFamily="18" charset="0"/>
                <a:cs typeface="Times New Roman" panose="02020603050405020304" pitchFamily="18" charset="0"/>
              </a:rPr>
              <a:t>liệu</a:t>
            </a:r>
            <a:endParaRPr lang="en-US" sz="3600" dirty="0">
              <a:solidFill>
                <a:schemeClr val="bg1"/>
              </a:solidFill>
              <a:latin typeface="Times New Roman" panose="02020603050405020304" pitchFamily="18" charset="0"/>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Chỗ dành sẵn cho Nội dung 5">
            <a:extLst>
              <a:ext uri="{FF2B5EF4-FFF2-40B4-BE49-F238E27FC236}">
                <a16:creationId xmlns:a16="http://schemas.microsoft.com/office/drawing/2014/main" id="{1FD54BAF-4D1D-34C2-33E7-7AE4DA255704}"/>
              </a:ext>
            </a:extLst>
          </p:cNvPr>
          <p:cNvSpPr>
            <a:spLocks noGrp="1"/>
          </p:cNvSpPr>
          <p:nvPr>
            <p:ph sz="half" idx="2"/>
          </p:nvPr>
        </p:nvSpPr>
        <p:spPr>
          <a:xfrm>
            <a:off x="8451604" y="1412489"/>
            <a:ext cx="3197701" cy="4363844"/>
          </a:xfrm>
        </p:spPr>
        <p:txBody>
          <a:bodyPr>
            <a:normAutofit/>
          </a:bodyPr>
          <a:lstStyle/>
          <a:p>
            <a:r>
              <a:rPr lang="en-US" sz="3600" dirty="0">
                <a:solidFill>
                  <a:schemeClr val="bg1"/>
                </a:solidFill>
                <a:latin typeface="Times New Roman" panose="02020603050405020304" pitchFamily="18" charset="0"/>
                <a:cs typeface="Times New Roman" panose="02020603050405020304" pitchFamily="18" charset="0"/>
              </a:rPr>
              <a:t>T</a:t>
            </a:r>
            <a:r>
              <a:rPr lang="vi-VN" sz="3600" b="0" i="0" dirty="0" err="1">
                <a:solidFill>
                  <a:schemeClr val="bg1"/>
                </a:solidFill>
                <a:effectLst/>
                <a:latin typeface="Times New Roman" panose="02020603050405020304" pitchFamily="18" charset="0"/>
                <a:cs typeface="Times New Roman" panose="02020603050405020304" pitchFamily="18" charset="0"/>
              </a:rPr>
              <a:t>ạo</a:t>
            </a:r>
            <a:r>
              <a:rPr lang="vi-VN" sz="3600" b="0" i="0" dirty="0">
                <a:solidFill>
                  <a:schemeClr val="bg1"/>
                </a:solidFill>
                <a:effectLst/>
                <a:latin typeface="Times New Roman" panose="02020603050405020304" pitchFamily="18" charset="0"/>
                <a:cs typeface="Times New Roman" panose="02020603050405020304" pitchFamily="18" charset="0"/>
              </a:rPr>
              <a:t> </a:t>
            </a:r>
            <a:r>
              <a:rPr lang="vi-VN" sz="3600" b="0" i="0" dirty="0" err="1">
                <a:solidFill>
                  <a:schemeClr val="bg1"/>
                </a:solidFill>
                <a:effectLst/>
                <a:latin typeface="Times New Roman" panose="02020603050405020304" pitchFamily="18" charset="0"/>
                <a:cs typeface="Times New Roman" panose="02020603050405020304" pitchFamily="18" charset="0"/>
              </a:rPr>
              <a:t>lược</a:t>
            </a:r>
            <a:r>
              <a:rPr lang="vi-VN" sz="3600" b="0" i="0" dirty="0">
                <a:solidFill>
                  <a:schemeClr val="bg1"/>
                </a:solidFill>
                <a:effectLst/>
                <a:latin typeface="Times New Roman" panose="02020603050405020304" pitchFamily="18" charset="0"/>
                <a:cs typeface="Times New Roman" panose="02020603050405020304" pitchFamily="18" charset="0"/>
              </a:rPr>
              <a:t> </a:t>
            </a:r>
            <a:r>
              <a:rPr lang="vi-VN" sz="3600" b="0" i="0" dirty="0" err="1">
                <a:solidFill>
                  <a:schemeClr val="bg1"/>
                </a:solidFill>
                <a:effectLst/>
                <a:latin typeface="Times New Roman" panose="02020603050405020304" pitchFamily="18" charset="0"/>
                <a:cs typeface="Times New Roman" panose="02020603050405020304" pitchFamily="18" charset="0"/>
              </a:rPr>
              <a:t>đồ</a:t>
            </a:r>
            <a:r>
              <a:rPr lang="vi-VN" sz="3600" b="0" i="0" dirty="0">
                <a:solidFill>
                  <a:schemeClr val="bg1"/>
                </a:solidFill>
                <a:effectLst/>
                <a:latin typeface="Times New Roman" panose="02020603050405020304" pitchFamily="18" charset="0"/>
                <a:cs typeface="Times New Roman" panose="02020603050405020304" pitchFamily="18" charset="0"/>
              </a:rPr>
              <a:t> phân </a:t>
            </a:r>
            <a:r>
              <a:rPr lang="vi-VN" sz="3600" b="0" i="0" dirty="0" err="1">
                <a:solidFill>
                  <a:schemeClr val="bg1"/>
                </a:solidFill>
                <a:effectLst/>
                <a:latin typeface="Times New Roman" panose="02020603050405020304" pitchFamily="18" charset="0"/>
                <a:cs typeface="Times New Roman" panose="02020603050405020304" pitchFamily="18" charset="0"/>
              </a:rPr>
              <a:t>mảnh</a:t>
            </a:r>
            <a:r>
              <a:rPr lang="vi-VN" sz="3600" b="0" i="0" dirty="0">
                <a:solidFill>
                  <a:schemeClr val="bg1"/>
                </a:solidFill>
                <a:effectLst/>
                <a:latin typeface="Times New Roman" panose="02020603050405020304" pitchFamily="18" charset="0"/>
                <a:cs typeface="Times New Roman" panose="02020603050405020304" pitchFamily="18" charset="0"/>
              </a:rPr>
              <a:t> </a:t>
            </a:r>
            <a:r>
              <a:rPr lang="vi-VN" sz="3600" b="0" i="0" dirty="0" err="1">
                <a:solidFill>
                  <a:schemeClr val="bg1"/>
                </a:solidFill>
                <a:effectLst/>
                <a:latin typeface="Times New Roman" panose="02020603050405020304" pitchFamily="18" charset="0"/>
                <a:cs typeface="Times New Roman" panose="02020603050405020304" pitchFamily="18" charset="0"/>
              </a:rPr>
              <a:t>thì</a:t>
            </a:r>
            <a:r>
              <a:rPr lang="vi-VN" sz="3600" b="0" i="0" dirty="0">
                <a:solidFill>
                  <a:schemeClr val="bg1"/>
                </a:solidFill>
                <a:effectLst/>
                <a:latin typeface="Times New Roman" panose="02020603050405020304" pitchFamily="18" charset="0"/>
                <a:cs typeface="Times New Roman" panose="02020603050405020304" pitchFamily="18" charset="0"/>
              </a:rPr>
              <a:t> </a:t>
            </a:r>
            <a:r>
              <a:rPr lang="vi-VN" sz="3600" b="0" i="0" dirty="0" err="1">
                <a:solidFill>
                  <a:schemeClr val="bg1"/>
                </a:solidFill>
                <a:effectLst/>
                <a:latin typeface="Times New Roman" panose="02020603050405020304" pitchFamily="18" charset="0"/>
                <a:cs typeface="Times New Roman" panose="02020603050405020304" pitchFamily="18" charset="0"/>
              </a:rPr>
              <a:t>tránh</a:t>
            </a:r>
            <a:r>
              <a:rPr lang="vi-VN" sz="3600" b="0" i="0" dirty="0">
                <a:solidFill>
                  <a:schemeClr val="bg1"/>
                </a:solidFill>
                <a:effectLst/>
                <a:latin typeface="Times New Roman" panose="02020603050405020304" pitchFamily="18" charset="0"/>
                <a:cs typeface="Times New Roman" panose="02020603050405020304" pitchFamily="18" charset="0"/>
              </a:rPr>
              <a:t> </a:t>
            </a:r>
            <a:r>
              <a:rPr lang="vi-VN" sz="3600" b="0" i="0" dirty="0" err="1">
                <a:solidFill>
                  <a:schemeClr val="bg1"/>
                </a:solidFill>
                <a:effectLst/>
                <a:latin typeface="Times New Roman" panose="02020603050405020304" pitchFamily="18" charset="0"/>
                <a:cs typeface="Times New Roman" panose="02020603050405020304" pitchFamily="18" charset="0"/>
              </a:rPr>
              <a:t>nhặp</a:t>
            </a:r>
            <a:r>
              <a:rPr lang="vi-VN" sz="3600" b="0" i="0" dirty="0">
                <a:solidFill>
                  <a:schemeClr val="bg1"/>
                </a:solidFill>
                <a:effectLst/>
                <a:latin typeface="Times New Roman" panose="02020603050405020304" pitchFamily="18" charset="0"/>
                <a:cs typeface="Times New Roman" panose="02020603050405020304" pitchFamily="18" charset="0"/>
              </a:rPr>
              <a:t> </a:t>
            </a:r>
            <a:r>
              <a:rPr lang="vi-VN" sz="3600" b="0" i="0" dirty="0" err="1">
                <a:solidFill>
                  <a:schemeClr val="bg1"/>
                </a:solidFill>
                <a:effectLst/>
                <a:latin typeface="Times New Roman" panose="02020603050405020304" pitchFamily="18" charset="0"/>
                <a:cs typeface="Times New Roman" panose="02020603050405020304" pitchFamily="18" charset="0"/>
              </a:rPr>
              <a:t>nhằng</a:t>
            </a:r>
            <a:r>
              <a:rPr lang="vi-VN" sz="3600" b="0" i="0" dirty="0">
                <a:solidFill>
                  <a:schemeClr val="bg1"/>
                </a:solidFill>
                <a:effectLst/>
                <a:latin typeface="Times New Roman" panose="02020603050405020304" pitchFamily="18" charset="0"/>
                <a:cs typeface="Times New Roman" panose="02020603050405020304" pitchFamily="18" charset="0"/>
              </a:rPr>
              <a:t>, gây </a:t>
            </a:r>
            <a:r>
              <a:rPr lang="vi-VN" sz="3600" b="0" i="0" dirty="0" err="1">
                <a:solidFill>
                  <a:schemeClr val="bg1"/>
                </a:solidFill>
                <a:effectLst/>
                <a:latin typeface="Times New Roman" panose="02020603050405020304" pitchFamily="18" charset="0"/>
                <a:cs typeface="Times New Roman" panose="02020603050405020304" pitchFamily="18" charset="0"/>
              </a:rPr>
              <a:t>khó</a:t>
            </a:r>
            <a:r>
              <a:rPr lang="vi-VN" sz="3600" b="0" i="0" dirty="0">
                <a:solidFill>
                  <a:schemeClr val="bg1"/>
                </a:solidFill>
                <a:effectLst/>
                <a:latin typeface="Times New Roman" panose="02020603050405020304" pitchFamily="18" charset="0"/>
                <a:cs typeface="Times New Roman" panose="02020603050405020304" pitchFamily="18" charset="0"/>
              </a:rPr>
              <a:t> </a:t>
            </a:r>
            <a:r>
              <a:rPr lang="vi-VN" sz="3600" b="0" i="0" dirty="0" err="1">
                <a:solidFill>
                  <a:schemeClr val="bg1"/>
                </a:solidFill>
                <a:effectLst/>
                <a:latin typeface="Times New Roman" panose="02020603050405020304" pitchFamily="18" charset="0"/>
                <a:cs typeface="Times New Roman" panose="02020603050405020304" pitchFamily="18" charset="0"/>
              </a:rPr>
              <a:t>hiểu</a:t>
            </a:r>
            <a:endParaRPr lang="en-US" sz="3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82462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17" name="Freeform: Shape 6">
            <a:extLst>
              <a:ext uri="{FF2B5EF4-FFF2-40B4-BE49-F238E27FC236}">
                <a16:creationId xmlns:a16="http://schemas.microsoft.com/office/drawing/2014/main" id="{66B332A4-D438-4773-A77F-5ED49A448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8">
            <a:extLst>
              <a:ext uri="{FF2B5EF4-FFF2-40B4-BE49-F238E27FC236}">
                <a16:creationId xmlns:a16="http://schemas.microsoft.com/office/drawing/2014/main" id="{DF9AD32D-FF05-44F4-BD4D-9CEE89B7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êu đề 1">
            <a:extLst>
              <a:ext uri="{FF2B5EF4-FFF2-40B4-BE49-F238E27FC236}">
                <a16:creationId xmlns:a16="http://schemas.microsoft.com/office/drawing/2014/main" id="{D48A8FBE-C324-D082-088E-8F09DF913708}"/>
              </a:ext>
            </a:extLst>
          </p:cNvPr>
          <p:cNvSpPr>
            <a:spLocks noGrp="1"/>
          </p:cNvSpPr>
          <p:nvPr>
            <p:ph type="title"/>
          </p:nvPr>
        </p:nvSpPr>
        <p:spPr>
          <a:xfrm>
            <a:off x="2555631" y="1441938"/>
            <a:ext cx="7080738" cy="3974124"/>
          </a:xfrm>
        </p:spPr>
        <p:txBody>
          <a:bodyPr vert="horz" lIns="91440" tIns="45720" rIns="91440" bIns="45720" rtlCol="0" anchor="ctr">
            <a:normAutofit/>
          </a:bodyPr>
          <a:lstStyle/>
          <a:p>
            <a:pPr algn="ctr"/>
            <a:r>
              <a:rPr lang="en-US" sz="4800" dirty="0">
                <a:solidFill>
                  <a:schemeClr val="bg1">
                    <a:lumMod val="95000"/>
                    <a:lumOff val="5000"/>
                  </a:schemeClr>
                </a:solidFill>
              </a:rPr>
              <a:t>PHẦN TRÌNH BÀY CỦA NHÓM EM XIN KẾT THÚC </a:t>
            </a:r>
            <a:br>
              <a:rPr lang="en-US" sz="4800" dirty="0">
                <a:solidFill>
                  <a:schemeClr val="bg1">
                    <a:lumMod val="95000"/>
                    <a:lumOff val="5000"/>
                  </a:schemeClr>
                </a:solidFill>
              </a:rPr>
            </a:br>
            <a:br>
              <a:rPr lang="en-US" sz="4800" dirty="0">
                <a:solidFill>
                  <a:schemeClr val="bg1">
                    <a:lumMod val="95000"/>
                    <a:lumOff val="5000"/>
                  </a:schemeClr>
                </a:solidFill>
              </a:rPr>
            </a:br>
            <a:r>
              <a:rPr lang="en-US" sz="4800" dirty="0">
                <a:solidFill>
                  <a:schemeClr val="bg1">
                    <a:lumMod val="95000"/>
                    <a:lumOff val="5000"/>
                  </a:schemeClr>
                </a:solidFill>
              </a:rPr>
              <a:t>CẢM ƠN THẦY VÀO CÁC BẠN ĐÃ LẮNG NGHE</a:t>
            </a:r>
          </a:p>
        </p:txBody>
      </p:sp>
    </p:spTree>
    <p:extLst>
      <p:ext uri="{BB962C8B-B14F-4D97-AF65-F5344CB8AC3E}">
        <p14:creationId xmlns:p14="http://schemas.microsoft.com/office/powerpoint/2010/main" val="34829256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01FA4D78DA197419E3E2FAC814E0CF5" ma:contentTypeVersion="13" ma:contentTypeDescription="Create a new document." ma:contentTypeScope="" ma:versionID="cfb49fb97bf4f8973ad3b1dffc75ba77">
  <xsd:schema xmlns:xsd="http://www.w3.org/2001/XMLSchema" xmlns:xs="http://www.w3.org/2001/XMLSchema" xmlns:p="http://schemas.microsoft.com/office/2006/metadata/properties" xmlns:ns3="3459f965-0184-46e3-a045-32af15466450" xmlns:ns4="421438b0-36cc-44f9-9d72-7c98d10ecd45" targetNamespace="http://schemas.microsoft.com/office/2006/metadata/properties" ma:root="true" ma:fieldsID="7fe30bb643bfde012be10c382afe6b27" ns3:_="" ns4:_="">
    <xsd:import namespace="3459f965-0184-46e3-a045-32af15466450"/>
    <xsd:import namespace="421438b0-36cc-44f9-9d72-7c98d10ecd45"/>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MediaServiceAutoTags" minOccurs="0"/>
                <xsd:element ref="ns4:MediaServiceOCR" minOccurs="0"/>
                <xsd:element ref="ns4:MediaServiceGenerationTime" minOccurs="0"/>
                <xsd:element ref="ns4:MediaServiceEventHashCode" minOccurs="0"/>
                <xsd:element ref="ns4:MediaServiceDateTaken"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59f965-0184-46e3-a045-32af1546645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21438b0-36cc-44f9-9d72-7c98d10ecd45"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691BF4F-11D8-41B8-B846-0B6C60D870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459f965-0184-46e3-a045-32af15466450"/>
    <ds:schemaRef ds:uri="421438b0-36cc-44f9-9d72-7c98d10ecd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137A6A8-1121-4A24-86D5-A72457836C08}">
  <ds:schemaRefs>
    <ds:schemaRef ds:uri="http://schemas.microsoft.com/sharepoint/v3/contenttype/forms"/>
  </ds:schemaRefs>
</ds:datastoreItem>
</file>

<file path=customXml/itemProps3.xml><?xml version="1.0" encoding="utf-8"?>
<ds:datastoreItem xmlns:ds="http://schemas.openxmlformats.org/officeDocument/2006/customXml" ds:itemID="{D0118678-457C-438B-9AC3-0B9B770ABEBB}">
  <ds:schemaRefs>
    <ds:schemaRef ds:uri="http://schemas.microsoft.com/office/2006/metadata/properties"/>
    <ds:schemaRef ds:uri="421438b0-36cc-44f9-9d72-7c98d10ecd45"/>
    <ds:schemaRef ds:uri="http://schemas.microsoft.com/office/2006/documentManagement/types"/>
    <ds:schemaRef ds:uri="http://purl.org/dc/dcmitype/"/>
    <ds:schemaRef ds:uri="http://purl.org/dc/elements/1.1/"/>
    <ds:schemaRef ds:uri="http://schemas.microsoft.com/office/infopath/2007/PartnerControls"/>
    <ds:schemaRef ds:uri="3459f965-0184-46e3-a045-32af15466450"/>
    <ds:schemaRef ds:uri="http://schemas.openxmlformats.org/package/2006/metadata/core-properties"/>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otalTime>350</TotalTime>
  <Words>2222</Words>
  <Application>Microsoft Office PowerPoint</Application>
  <PresentationFormat>Màn hình rộng</PresentationFormat>
  <Paragraphs>136</Paragraphs>
  <Slides>41</Slides>
  <Notes>0</Notes>
  <HiddenSlides>0</HiddenSlides>
  <MMClips>0</MMClips>
  <ScaleCrop>false</ScaleCrop>
  <HeadingPairs>
    <vt:vector size="6" baseType="variant">
      <vt:variant>
        <vt:lpstr>Phông được Dùng</vt:lpstr>
      </vt:variant>
      <vt:variant>
        <vt:i4>5</vt:i4>
      </vt:variant>
      <vt:variant>
        <vt:lpstr>Chủ đề</vt:lpstr>
      </vt:variant>
      <vt:variant>
        <vt:i4>1</vt:i4>
      </vt:variant>
      <vt:variant>
        <vt:lpstr>Tiêu đề Bản chiếu</vt:lpstr>
      </vt:variant>
      <vt:variant>
        <vt:i4>41</vt:i4>
      </vt:variant>
    </vt:vector>
  </HeadingPairs>
  <TitlesOfParts>
    <vt:vector size="47" baseType="lpstr">
      <vt:lpstr>Arial</vt:lpstr>
      <vt:lpstr>Calibri</vt:lpstr>
      <vt:lpstr>Calibri Light</vt:lpstr>
      <vt:lpstr>Calibri Light (Đầu đề)</vt:lpstr>
      <vt:lpstr>Times New Roman</vt:lpstr>
      <vt:lpstr>Chủ đề Office</vt:lpstr>
      <vt:lpstr>BÁO CÁO ĐỀ TÀI CUỐI KỲ  MÔN CƠ SỞ DỮ LIỆU NÂNG CAO</vt:lpstr>
      <vt:lpstr>ĐỀ TÀI</vt:lpstr>
      <vt:lpstr>Sinh viên thực hiện: </vt:lpstr>
      <vt:lpstr>I.GIỚI THIỆU ĐỀ TÀI: TOPIC </vt:lpstr>
      <vt:lpstr>GIỚI THIỆU ĐỀ TÀI: TOPIC</vt:lpstr>
      <vt:lpstr>GIỚI THIỆU ĐỀ TÀI: TOPIC</vt:lpstr>
      <vt:lpstr>Nhiệm vụ cơ bản:</vt:lpstr>
      <vt:lpstr>Cơ cấu tổ chức cửa hàng:</vt:lpstr>
      <vt:lpstr>II. GIỚI THIỆU CƠ SỞ DỮ LIỆU MÌNH CHỌN </vt:lpstr>
      <vt:lpstr>Cơ sở dữ liệu phân tán </vt:lpstr>
      <vt:lpstr>Cơ sở dữ liệu phân tán </vt:lpstr>
      <vt:lpstr>Các hoạt động chính : </vt:lpstr>
      <vt:lpstr>Bản trình bày PowerPoint</vt:lpstr>
      <vt:lpstr>Việc quản lí cửa hàng điện thoại được phân cấp theo từng bộ phận : </vt:lpstr>
      <vt:lpstr>Quy trình nhập điện thoại: </vt:lpstr>
      <vt:lpstr>Quy trình bán điện thoại: </vt:lpstr>
      <vt:lpstr>Các bước để phân tán dữ liệu </vt:lpstr>
      <vt:lpstr>Bước 1:</vt:lpstr>
      <vt:lpstr>Bước 1:</vt:lpstr>
      <vt:lpstr>Bước 2:</vt:lpstr>
      <vt:lpstr>Bước 2:</vt:lpstr>
      <vt:lpstr>Bước 3:</vt:lpstr>
      <vt:lpstr>Bước 3:</vt:lpstr>
      <vt:lpstr>Bước 4:</vt:lpstr>
      <vt:lpstr>Bước 4:</vt:lpstr>
      <vt:lpstr>Bước 5:</vt:lpstr>
      <vt:lpstr>Bước 5:</vt:lpstr>
      <vt:lpstr>III. GIỚI THIỆU NGÔN NGỮ, TOOL..PHẦN MỀM, CÔNG NGHỆ SỬ DỤNG CHO ĐỒ ÁN</vt:lpstr>
      <vt:lpstr>Giới thiệu ngôn ngữ: C Sharp(C#)</vt:lpstr>
      <vt:lpstr>Giới thiệu ngôn ngữ: C Sharp (C#)</vt:lpstr>
      <vt:lpstr>Giới thiệu ngôn ngữ: C Sharp (C#)</vt:lpstr>
      <vt:lpstr>Giới thiệu ngôn ngữ: C Sharp (C#)</vt:lpstr>
      <vt:lpstr>2.Giới thiệu Phần mềm: Microsoft SQL Server Management Studio 18</vt:lpstr>
      <vt:lpstr>IV. PHÂN TÍCH, THIẾT KẾ, CODING CHƯƠNG TRÌNH MÌNH CHỌN </vt:lpstr>
      <vt:lpstr>1.Chức năng đăng nhập:</vt:lpstr>
      <vt:lpstr>2.Chức năng quản lý điện thoại:</vt:lpstr>
      <vt:lpstr>3.Chức năng quản lý nhân viên:</vt:lpstr>
      <vt:lpstr>4.Chức năng quản lí thông tin khách hàng:</vt:lpstr>
      <vt:lpstr>V.BÀI HỌC RÚT RA  </vt:lpstr>
      <vt:lpstr>Bài học rút ra bao gồm:</vt:lpstr>
      <vt:lpstr>PHẦN TRÌNH BÀY CỦA NHÓM EM XIN KẾT THÚC   CẢM ƠN THẦY VÀO CÁC BẠN ĐÃ LẮNG NGHE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ĐỀ TÀI CUỐI KỲ  MÔN CƠ SỞ DỮ LIỆU NÂNG CAO</dc:title>
  <dc:creator>Nguyen Thanh Tuan</dc:creator>
  <cp:lastModifiedBy>Nguyen Thanh Tuan</cp:lastModifiedBy>
  <cp:revision>7</cp:revision>
  <dcterms:created xsi:type="dcterms:W3CDTF">2022-05-30T12:01:29Z</dcterms:created>
  <dcterms:modified xsi:type="dcterms:W3CDTF">2022-05-30T18:34:46Z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0x010100201FA4D78DA197419E3E2FAC814E0CF5</vt:lpwstr>
  </property>
</Properties>
</file>